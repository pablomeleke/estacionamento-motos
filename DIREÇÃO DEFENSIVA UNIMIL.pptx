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1" r:id="rId1"/>
  </p:sldMasterIdLst>
  <p:notesMasterIdLst>
    <p:notesMasterId r:id="rId26"/>
  </p:notesMasterIdLst>
  <p:sldIdLst>
    <p:sldId id="256" r:id="rId2"/>
    <p:sldId id="266" r:id="rId3"/>
    <p:sldId id="268" r:id="rId4"/>
    <p:sldId id="269" r:id="rId5"/>
    <p:sldId id="270" r:id="rId6"/>
    <p:sldId id="274" r:id="rId7"/>
    <p:sldId id="276" r:id="rId8"/>
    <p:sldId id="277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3" r:id="rId22"/>
    <p:sldId id="294" r:id="rId23"/>
    <p:sldId id="304" r:id="rId24"/>
    <p:sldId id="305" r:id="rId25"/>
  </p:sldIdLst>
  <p:sldSz cx="10693400" cy="7562850"/>
  <p:notesSz cx="10693400" cy="7562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ACA91-B542-77D1-E844-BE3A809137E5}" v="4" dt="2026-07-13T13:36:30.8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94" autoAdjust="0"/>
  </p:normalViewPr>
  <p:slideViewPr>
    <p:cSldViewPr>
      <p:cViewPr varScale="1">
        <p:scale>
          <a:sx n="44" d="100"/>
          <a:sy n="44" d="100"/>
        </p:scale>
        <p:origin x="163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Mastrodi" userId="S::mastrodifelipeo@johndeere.com::6ce3e804-fe3a-4392-87bb-41bf49037693" providerId="AD" clId="Web-{7C0ACA91-B542-77D1-E844-BE3A809137E5}"/>
    <pc:docChg chg="modSld">
      <pc:chgData name="Felipe Mastrodi" userId="S::mastrodifelipeo@johndeere.com::6ce3e804-fe3a-4392-87bb-41bf49037693" providerId="AD" clId="Web-{7C0ACA91-B542-77D1-E844-BE3A809137E5}" dt="2026-07-13T13:36:30.839" v="2" actId="20577"/>
      <pc:docMkLst>
        <pc:docMk/>
      </pc:docMkLst>
      <pc:sldChg chg="modSp">
        <pc:chgData name="Felipe Mastrodi" userId="S::mastrodifelipeo@johndeere.com::6ce3e804-fe3a-4392-87bb-41bf49037693" providerId="AD" clId="Web-{7C0ACA91-B542-77D1-E844-BE3A809137E5}" dt="2026-07-13T13:36:30.839" v="2" actId="20577"/>
        <pc:sldMkLst>
          <pc:docMk/>
          <pc:sldMk cId="0" sldId="305"/>
        </pc:sldMkLst>
        <pc:spChg chg="mod">
          <ac:chgData name="Felipe Mastrodi" userId="S::mastrodifelipeo@johndeere.com::6ce3e804-fe3a-4392-87bb-41bf49037693" providerId="AD" clId="Web-{7C0ACA91-B542-77D1-E844-BE3A809137E5}" dt="2026-07-13T13:36:30.839" v="2" actId="20577"/>
          <ac:spMkLst>
            <pc:docMk/>
            <pc:sldMk cId="0" sldId="305"/>
            <ac:spMk id="11" creationId="{73E16634-B9B0-B7EA-AD48-7EF86C9CCEB2}"/>
          </ac:spMkLst>
        </pc:spChg>
      </pc:sldChg>
    </pc:docChg>
  </pc:docChgLst>
  <pc:docChgLst>
    <pc:chgData name="Felipe Mastrodi" userId="6ce3e804-fe3a-4392-87bb-41bf49037693" providerId="ADAL" clId="{DC5AC0E4-9A4C-49DA-923D-E1F01D624FF6}"/>
    <pc:docChg chg="undo custSel addSld delSld modSld modMainMaster modNotesMaster">
      <pc:chgData name="Felipe Mastrodi" userId="6ce3e804-fe3a-4392-87bb-41bf49037693" providerId="ADAL" clId="{DC5AC0E4-9A4C-49DA-923D-E1F01D624FF6}" dt="2026-06-25T16:53:50.758" v="916" actId="1035"/>
      <pc:docMkLst>
        <pc:docMk/>
      </pc:docMkLst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56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56"/>
            <ac:spMk id="7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56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56"/>
            <ac:picMk id="8" creationId="{00000000-0000-0000-0000-000000000000}"/>
          </ac:picMkLst>
        </pc:picChg>
      </pc:sldChg>
      <pc:sldChg chg="modSp mod modNotes">
        <pc:chgData name="Felipe Mastrodi" userId="6ce3e804-fe3a-4392-87bb-41bf49037693" providerId="ADAL" clId="{DC5AC0E4-9A4C-49DA-923D-E1F01D624FF6}" dt="2026-06-25T16:47:00.169" v="783" actId="20577"/>
        <pc:sldMkLst>
          <pc:docMk/>
          <pc:sldMk cId="0" sldId="266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7:00.169" v="783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6"/>
            <ac:spMk id="8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66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6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6"/>
            <ac:picMk id="4" creationId="{00000000-0000-0000-0000-000000000000}"/>
          </ac:picMkLst>
        </pc:picChg>
      </pc:sldChg>
      <pc:sldChg chg="addSp 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68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1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1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2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2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25" creationId="{00000000-0000-0000-0000-000000000000}"/>
          </ac:spMkLst>
        </pc:spChg>
        <pc:spChg chg="add 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8"/>
            <ac:spMk id="26" creationId="{76CBBD6F-A18B-E7B0-0220-AF0422A8E9BC}"/>
          </ac:spMkLst>
        </pc:spChg>
        <pc:grpChg chg="mod">
          <ac:chgData name="Felipe Mastrodi" userId="6ce3e804-fe3a-4392-87bb-41bf49037693" providerId="ADAL" clId="{DC5AC0E4-9A4C-49DA-923D-E1F01D624FF6}" dt="2026-06-23T14:56:23.525" v="17" actId="1036"/>
          <ac:grpSpMkLst>
            <pc:docMk/>
            <pc:sldMk cId="0" sldId="268"/>
            <ac:grpSpMk id="2" creationId="{00000000-0000-0000-0000-000000000000}"/>
          </ac:grpSpMkLst>
        </pc:grpChg>
        <pc:grpChg chg="mod">
          <ac:chgData name="Felipe Mastrodi" userId="6ce3e804-fe3a-4392-87bb-41bf49037693" providerId="ADAL" clId="{DC5AC0E4-9A4C-49DA-923D-E1F01D624FF6}" dt="2026-06-23T14:56:23.525" v="17" actId="1036"/>
          <ac:grpSpMkLst>
            <pc:docMk/>
            <pc:sldMk cId="0" sldId="268"/>
            <ac:grpSpMk id="7" creationId="{00000000-0000-0000-0000-000000000000}"/>
          </ac:grpSpMkLst>
        </pc:grpChg>
        <pc:grpChg chg="mod">
          <ac:chgData name="Felipe Mastrodi" userId="6ce3e804-fe3a-4392-87bb-41bf49037693" providerId="ADAL" clId="{DC5AC0E4-9A4C-49DA-923D-E1F01D624FF6}" dt="2026-06-23T14:56:23.525" v="17" actId="1036"/>
          <ac:grpSpMkLst>
            <pc:docMk/>
            <pc:sldMk cId="0" sldId="268"/>
            <ac:grpSpMk id="14" creationId="{00000000-0000-0000-0000-000000000000}"/>
          </ac:grpSpMkLst>
        </pc:grpChg>
        <pc:grpChg chg="mod">
          <ac:chgData name="Felipe Mastrodi" userId="6ce3e804-fe3a-4392-87bb-41bf49037693" providerId="ADAL" clId="{DC5AC0E4-9A4C-49DA-923D-E1F01D624FF6}" dt="2026-06-23T14:56:23.525" v="17" actId="1036"/>
          <ac:grpSpMkLst>
            <pc:docMk/>
            <pc:sldMk cId="0" sldId="268"/>
            <ac:grpSpMk id="21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8"/>
            <ac:picMk id="12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69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1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1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69"/>
            <ac:spMk id="17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69"/>
            <ac:grpSpMk id="13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9"/>
            <ac:picMk id="6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9"/>
            <ac:picMk id="9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69"/>
            <ac:picMk id="14" creationId="{00000000-0000-0000-0000-000000000000}"/>
          </ac:picMkLst>
        </pc:picChg>
      </pc:sldChg>
      <pc:sldChg chg="modSp">
        <pc:chgData name="Felipe Mastrodi" userId="6ce3e804-fe3a-4392-87bb-41bf49037693" providerId="ADAL" clId="{DC5AC0E4-9A4C-49DA-923D-E1F01D624FF6}" dt="2026-06-25T16:46:42.855" v="778"/>
        <pc:sldMkLst>
          <pc:docMk/>
          <pc:sldMk cId="0" sldId="270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9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1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1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2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0"/>
            <ac:spMk id="22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70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70"/>
            <ac:picMk id="15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74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1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1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1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2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2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2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6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6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4"/>
            <ac:spMk id="77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4"/>
            <ac:grpSpMk id="2" creationId="{00000000-0000-0000-0000-000000000000}"/>
          </ac:grpSpMkLst>
        </pc:gr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4"/>
            <ac:grpSpMk id="13" creationId="{00000000-0000-0000-0000-000000000000}"/>
          </ac:grpSpMkLst>
        </pc:gr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4"/>
            <ac:grpSpMk id="29" creationId="{00000000-0000-0000-0000-000000000000}"/>
          </ac:grpSpMkLst>
        </pc:gr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4"/>
            <ac:grpSpMk id="65" creationId="{00000000-0000-0000-0000-000000000000}"/>
          </ac:grpSpMkLst>
        </pc:gr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4"/>
            <ac:grpSpMk id="71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3T14:57:17.095" v="22" actId="1035"/>
          <ac:picMkLst>
            <pc:docMk/>
            <pc:sldMk cId="0" sldId="274"/>
            <ac:picMk id="3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76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6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6"/>
            <ac:spMk id="4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76"/>
            <ac:picMk id="2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77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1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77"/>
            <ac:spMk id="12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77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77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77"/>
            <ac:picMk id="4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0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0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0"/>
            <ac:spMk id="1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0"/>
            <ac:spMk id="11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80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5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6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7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8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0"/>
            <ac:picMk id="9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1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1"/>
            <ac:spMk id="17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81"/>
            <ac:grpSpMk id="2" creationId="{00000000-0000-0000-0000-000000000000}"/>
          </ac:grpSpMkLst>
        </pc:gr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81"/>
            <ac:grpSpMk id="6" creationId="{00000000-0000-0000-0000-000000000000}"/>
          </ac:grpSpMkLst>
        </pc:grp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2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9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0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2"/>
            <ac:spMk id="15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82"/>
            <ac:grpSpMk id="2" creationId="{00000000-0000-0000-0000-000000000000}"/>
          </ac:grpSpMkLst>
        </pc:grp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3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3"/>
            <ac:spMk id="2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3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3"/>
            <ac:spMk id="6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83"/>
            <ac:grpSpMk id="4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3"/>
            <ac:picMk id="5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4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11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1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1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1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4"/>
            <ac:spMk id="16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84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4"/>
            <ac:picMk id="4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4"/>
            <ac:picMk id="12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5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5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5"/>
            <ac:spMk id="4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5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5"/>
            <ac:picMk id="5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6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6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6"/>
            <ac:spMk id="6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86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6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6"/>
            <ac:picMk id="4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7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7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7"/>
            <ac:spMk id="4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7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7"/>
            <ac:picMk id="5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8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8"/>
            <ac:spMk id="3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8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8"/>
            <ac:picMk id="4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89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9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9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9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9"/>
            <ac:spMk id="7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89"/>
            <ac:spMk id="12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3T14:53:39.152" v="2" actId="26606"/>
          <ac:grpSpMkLst>
            <pc:docMk/>
            <pc:sldMk cId="0" sldId="289"/>
            <ac:grpSpMk id="6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9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9"/>
            <ac:picMk id="8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9"/>
            <ac:picMk id="9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9"/>
            <ac:picMk id="10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89"/>
            <ac:picMk id="11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90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0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0"/>
            <ac:spMk id="6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0"/>
            <ac:spMk id="7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90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0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0"/>
            <ac:picMk id="4" creationId="{00000000-0000-0000-0000-000000000000}"/>
          </ac:picMkLst>
        </pc:picChg>
      </pc:sldChg>
      <pc:sldChg chg="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91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1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1"/>
            <ac:spMk id="6" creationId="{00000000-0000-0000-0000-000000000000}"/>
          </ac:spMkLst>
        </pc:spChg>
        <pc:grpChg chg="add mod">
          <ac:chgData name="Felipe Mastrodi" userId="6ce3e804-fe3a-4392-87bb-41bf49037693" providerId="ADAL" clId="{DC5AC0E4-9A4C-49DA-923D-E1F01D624FF6}" dt="2026-06-25T16:46:42.855" v="778"/>
          <ac:grpSpMkLst>
            <pc:docMk/>
            <pc:sldMk cId="0" sldId="291"/>
            <ac:grpSpMk id="2" creationId="{00000000-0000-0000-0000-000000000000}"/>
          </ac:grpSpMkLst>
        </pc:gr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1"/>
            <ac:picMk id="3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1"/>
            <ac:picMk id="4" creationId="{00000000-0000-0000-0000-000000000000}"/>
          </ac:picMkLst>
        </pc:picChg>
      </pc:sldChg>
      <pc:sldChg chg="delSp 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93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3"/>
            <ac:spMk id="4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3"/>
            <ac:spMk id="5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3"/>
            <ac:spMk id="8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3"/>
            <ac:spMk id="9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3"/>
            <ac:picMk id="7" creationId="{00000000-0000-0000-0000-000000000000}"/>
          </ac:picMkLst>
        </pc:picChg>
      </pc:sldChg>
      <pc:sldChg chg="delSp modSp mod">
        <pc:chgData name="Felipe Mastrodi" userId="6ce3e804-fe3a-4392-87bb-41bf49037693" providerId="ADAL" clId="{DC5AC0E4-9A4C-49DA-923D-E1F01D624FF6}" dt="2026-06-25T16:46:42.855" v="778"/>
        <pc:sldMkLst>
          <pc:docMk/>
          <pc:sldMk cId="0" sldId="294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4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294"/>
            <ac:spMk id="6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4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294"/>
            <ac:picMk id="5" creationId="{00000000-0000-0000-0000-000000000000}"/>
          </ac:picMkLst>
        </pc:picChg>
      </pc:sldChg>
      <pc:sldChg chg="modSp">
        <pc:chgData name="Felipe Mastrodi" userId="6ce3e804-fe3a-4392-87bb-41bf49037693" providerId="ADAL" clId="{DC5AC0E4-9A4C-49DA-923D-E1F01D624FF6}" dt="2026-06-25T16:46:42.855" v="778"/>
        <pc:sldMkLst>
          <pc:docMk/>
          <pc:sldMk cId="0" sldId="304"/>
        </pc:sldMkLst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304"/>
            <ac:spMk id="3" creationId="{00000000-0000-0000-0000-000000000000}"/>
          </ac:spMkLst>
        </pc:spChg>
        <pc:spChg chg="mod">
          <ac:chgData name="Felipe Mastrodi" userId="6ce3e804-fe3a-4392-87bb-41bf49037693" providerId="ADAL" clId="{DC5AC0E4-9A4C-49DA-923D-E1F01D624FF6}" dt="2026-06-25T16:46:42.855" v="778"/>
          <ac:spMkLst>
            <pc:docMk/>
            <pc:sldMk cId="0" sldId="304"/>
            <ac:spMk id="4" creationId="{00000000-0000-0000-0000-000000000000}"/>
          </ac:spMkLst>
        </pc:sp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Felipe Mastrodi" userId="6ce3e804-fe3a-4392-87bb-41bf49037693" providerId="ADAL" clId="{DC5AC0E4-9A4C-49DA-923D-E1F01D624FF6}" dt="2026-06-25T16:46:42.855" v="778"/>
          <ac:picMkLst>
            <pc:docMk/>
            <pc:sldMk cId="0" sldId="304"/>
            <ac:picMk id="5" creationId="{00000000-0000-0000-0000-000000000000}"/>
          </ac:picMkLst>
        </pc:picChg>
      </pc:sldChg>
      <pc:sldChg chg="addSp delSp modSp mod">
        <pc:chgData name="Felipe Mastrodi" userId="6ce3e804-fe3a-4392-87bb-41bf49037693" providerId="ADAL" clId="{DC5AC0E4-9A4C-49DA-923D-E1F01D624FF6}" dt="2026-06-25T16:53:50.758" v="916" actId="1035"/>
        <pc:sldMkLst>
          <pc:docMk/>
          <pc:sldMk cId="0" sldId="305"/>
        </pc:sldMkLst>
        <pc:spChg chg="add mod">
          <ac:chgData name="Felipe Mastrodi" userId="6ce3e804-fe3a-4392-87bb-41bf49037693" providerId="ADAL" clId="{DC5AC0E4-9A4C-49DA-923D-E1F01D624FF6}" dt="2026-06-25T16:53:50.758" v="916" actId="1035"/>
          <ac:spMkLst>
            <pc:docMk/>
            <pc:sldMk cId="0" sldId="305"/>
            <ac:spMk id="9" creationId="{C84EE21D-94CD-7659-7AE5-C92C3E678F48}"/>
          </ac:spMkLst>
        </pc:spChg>
        <pc:spChg chg="add del mod">
          <ac:chgData name="Felipe Mastrodi" userId="6ce3e804-fe3a-4392-87bb-41bf49037693" providerId="ADAL" clId="{DC5AC0E4-9A4C-49DA-923D-E1F01D624FF6}" dt="2026-06-25T16:53:36.604" v="910" actId="113"/>
          <ac:spMkLst>
            <pc:docMk/>
            <pc:sldMk cId="0" sldId="305"/>
            <ac:spMk id="11" creationId="{73E16634-B9B0-B7EA-AD48-7EF86C9CCEB2}"/>
          </ac:spMkLst>
        </pc:spChg>
        <pc:picChg chg="mod topLvl">
          <ac:chgData name="Felipe Mastrodi" userId="6ce3e804-fe3a-4392-87bb-41bf49037693" providerId="ADAL" clId="{DC5AC0E4-9A4C-49DA-923D-E1F01D624FF6}" dt="2026-06-25T16:53:09.193" v="892" actId="14100"/>
          <ac:picMkLst>
            <pc:docMk/>
            <pc:sldMk cId="0" sldId="305"/>
            <ac:picMk id="7" creationId="{CAEDC6E0-A567-9F70-9E4F-A6029EA39E56}"/>
          </ac:picMkLst>
        </pc:picChg>
      </pc:sldChg>
      <pc:sldMasterChg chg="addSp">
        <pc:chgData name="Felipe Mastrodi" userId="6ce3e804-fe3a-4392-87bb-41bf49037693" providerId="ADAL" clId="{DC5AC0E4-9A4C-49DA-923D-E1F01D624FF6}" dt="2026-06-25T16:48:05.127" v="786"/>
        <pc:sldMasterMkLst>
          <pc:docMk/>
          <pc:sldMasterMk cId="540019249" sldId="2147483681"/>
        </pc:sldMasterMkLst>
        <pc:spChg chg="add">
          <ac:chgData name="Felipe Mastrodi" userId="6ce3e804-fe3a-4392-87bb-41bf49037693" providerId="ADAL" clId="{DC5AC0E4-9A4C-49DA-923D-E1F01D624FF6}" dt="2026-06-25T16:48:05.127" v="786"/>
          <ac:spMkLst>
            <pc:docMk/>
            <pc:sldMasterMk cId="540019249" sldId="2147483681"/>
            <ac:spMk id="7" creationId="{19DCF7D1-E398-692A-50B1-961EEFE3906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431E8-270D-42B0-9A99-51A69FB2F69F}" type="datetimeFigureOut">
              <a:rPr lang="pt-BR" smtClean="0"/>
              <a:t>13/07/2026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7BB30-57E0-42A1-B7AC-55EB3C9C7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63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543300" y="946150"/>
            <a:ext cx="3606800" cy="25511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7BB30-57E0-42A1-B7AC-55EB3C9C774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65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7BB30-57E0-42A1-B7AC-55EB3C9C774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81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1237717"/>
            <a:ext cx="9089390" cy="2632992"/>
          </a:xfrm>
        </p:spPr>
        <p:txBody>
          <a:bodyPr anchor="b"/>
          <a:lstStyle>
            <a:lvl1pPr algn="ctr">
              <a:defRPr sz="661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675" y="3972247"/>
            <a:ext cx="8020050" cy="1825938"/>
          </a:xfrm>
        </p:spPr>
        <p:txBody>
          <a:bodyPr/>
          <a:lstStyle>
            <a:lvl1pPr marL="0" indent="0" algn="ctr">
              <a:buNone/>
              <a:defRPr sz="2647"/>
            </a:lvl1pPr>
            <a:lvl2pPr marL="504200" indent="0" algn="ctr">
              <a:buNone/>
              <a:defRPr sz="2206"/>
            </a:lvl2pPr>
            <a:lvl3pPr marL="1008400" indent="0" algn="ctr">
              <a:buNone/>
              <a:defRPr sz="1985"/>
            </a:lvl3pPr>
            <a:lvl4pPr marL="1512600" indent="0" algn="ctr">
              <a:buNone/>
              <a:defRPr sz="1764"/>
            </a:lvl4pPr>
            <a:lvl5pPr marL="2016801" indent="0" algn="ctr">
              <a:buNone/>
              <a:defRPr sz="1764"/>
            </a:lvl5pPr>
            <a:lvl6pPr marL="2521001" indent="0" algn="ctr">
              <a:buNone/>
              <a:defRPr sz="1764"/>
            </a:lvl6pPr>
            <a:lvl7pPr marL="3025201" indent="0" algn="ctr">
              <a:buNone/>
              <a:defRPr sz="1764"/>
            </a:lvl7pPr>
            <a:lvl8pPr marL="3529401" indent="0" algn="ctr">
              <a:buNone/>
              <a:defRPr sz="1764"/>
            </a:lvl8pPr>
            <a:lvl9pPr marL="4033601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0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85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602" y="1885463"/>
            <a:ext cx="9223058" cy="3145935"/>
          </a:xfrm>
        </p:spPr>
        <p:txBody>
          <a:bodyPr anchor="b"/>
          <a:lstStyle>
            <a:lvl1pPr>
              <a:defRPr sz="661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602" y="5061159"/>
            <a:ext cx="9223058" cy="1654373"/>
          </a:xfrm>
        </p:spPr>
        <p:txBody>
          <a:bodyPr/>
          <a:lstStyle>
            <a:lvl1pPr marL="0" indent="0">
              <a:buNone/>
              <a:defRPr sz="2647">
                <a:solidFill>
                  <a:schemeClr val="tx1">
                    <a:tint val="82000"/>
                  </a:schemeClr>
                </a:solidFill>
              </a:defRPr>
            </a:lvl1pPr>
            <a:lvl2pPr marL="504200" indent="0">
              <a:buNone/>
              <a:defRPr sz="2206">
                <a:solidFill>
                  <a:schemeClr val="tx1">
                    <a:tint val="82000"/>
                  </a:schemeClr>
                </a:solidFill>
              </a:defRPr>
            </a:lvl2pPr>
            <a:lvl3pPr marL="100840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3pPr>
            <a:lvl4pPr marL="1512600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6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210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52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94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36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79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171" y="2013259"/>
            <a:ext cx="4544695" cy="47985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3534" y="2013259"/>
            <a:ext cx="4544695" cy="47985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52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402654"/>
            <a:ext cx="9223058" cy="146180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65" y="1853949"/>
            <a:ext cx="4523809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565" y="2762541"/>
            <a:ext cx="4523809" cy="40632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088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088" cy="40632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42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89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13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088" y="1088912"/>
            <a:ext cx="5413534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7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7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6088" y="1088912"/>
            <a:ext cx="5413534" cy="5374525"/>
          </a:xfrm>
        </p:spPr>
        <p:txBody>
          <a:bodyPr anchor="t"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630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48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2465" y="402652"/>
            <a:ext cx="2305764" cy="640916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172" y="402652"/>
            <a:ext cx="6783626" cy="640916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795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76896" y="727822"/>
            <a:ext cx="8539609" cy="807913"/>
          </a:xfrm>
        </p:spPr>
        <p:txBody>
          <a:bodyPr lIns="0" tIns="0" rIns="0" bIns="0"/>
          <a:lstStyle>
            <a:lvl1pPr>
              <a:defRPr sz="5250" b="1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012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01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4711" y="1067772"/>
            <a:ext cx="5978525" cy="807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1" i="0">
                <a:solidFill>
                  <a:schemeClr val="bg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1" y="4235196"/>
            <a:ext cx="7485380" cy="377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140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171" y="402654"/>
            <a:ext cx="9223058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171" y="2013259"/>
            <a:ext cx="9223058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171" y="7009643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2189" y="7009643"/>
            <a:ext cx="360902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214" y="7009643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DCF7D1-E398-692A-50B1-961EEFE390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9858376" y="7346951"/>
            <a:ext cx="79692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54001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</p:sldLayoutIdLst>
  <p:txStyles>
    <p:titleStyle>
      <a:lvl1pPr algn="l" defTabSz="1008400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100" indent="-252100" algn="l" defTabSz="1008400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3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260500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3pPr>
      <a:lvl4pPr marL="1764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9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31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hyperlink" Target="https://www/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jp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hyperlink" Target="https://www/" TargetMode="External"/><Relationship Id="rId7" Type="http://schemas.openxmlformats.org/officeDocument/2006/relationships/image" Target="../media/image29.jpg"/><Relationship Id="rId12" Type="http://schemas.openxmlformats.org/officeDocument/2006/relationships/image" Target="../media/image34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image" Target="../media/image33.jp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jpg"/><Relationship Id="rId9" Type="http://schemas.openxmlformats.org/officeDocument/2006/relationships/image" Target="../media/image31.jp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jp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72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42" Type="http://schemas.openxmlformats.org/officeDocument/2006/relationships/image" Target="../media/image75.png"/><Relationship Id="rId47" Type="http://schemas.openxmlformats.org/officeDocument/2006/relationships/image" Target="../media/image80.png"/><Relationship Id="rId50" Type="http://schemas.openxmlformats.org/officeDocument/2006/relationships/image" Target="../media/image83.jpg"/><Relationship Id="rId55" Type="http://schemas.openxmlformats.org/officeDocument/2006/relationships/image" Target="../media/image88.jpg"/><Relationship Id="rId7" Type="http://schemas.openxmlformats.org/officeDocument/2006/relationships/image" Target="../media/image40.jp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9" Type="http://schemas.openxmlformats.org/officeDocument/2006/relationships/image" Target="../media/image62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45" Type="http://schemas.openxmlformats.org/officeDocument/2006/relationships/image" Target="../media/image78.jpg"/><Relationship Id="rId53" Type="http://schemas.openxmlformats.org/officeDocument/2006/relationships/image" Target="../media/image86.png"/><Relationship Id="rId5" Type="http://schemas.openxmlformats.org/officeDocument/2006/relationships/image" Target="../media/image38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jp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43" Type="http://schemas.openxmlformats.org/officeDocument/2006/relationships/image" Target="../media/image76.png"/><Relationship Id="rId48" Type="http://schemas.openxmlformats.org/officeDocument/2006/relationships/image" Target="../media/image81.png"/><Relationship Id="rId56" Type="http://schemas.openxmlformats.org/officeDocument/2006/relationships/image" Target="../media/image89.jpg"/><Relationship Id="rId8" Type="http://schemas.openxmlformats.org/officeDocument/2006/relationships/image" Target="../media/image41.png"/><Relationship Id="rId51" Type="http://schemas.openxmlformats.org/officeDocument/2006/relationships/image" Target="../media/image84.png"/><Relationship Id="rId3" Type="http://schemas.openxmlformats.org/officeDocument/2006/relationships/image" Target="../media/image36.png"/><Relationship Id="rId12" Type="http://schemas.openxmlformats.org/officeDocument/2006/relationships/image" Target="../media/image45.jp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46" Type="http://schemas.openxmlformats.org/officeDocument/2006/relationships/image" Target="../media/image79.png"/><Relationship Id="rId20" Type="http://schemas.openxmlformats.org/officeDocument/2006/relationships/image" Target="../media/image53.png"/><Relationship Id="rId41" Type="http://schemas.openxmlformats.org/officeDocument/2006/relationships/image" Target="../media/image74.png"/><Relationship Id="rId54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15" Type="http://schemas.openxmlformats.org/officeDocument/2006/relationships/image" Target="../media/image48.jp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49" Type="http://schemas.openxmlformats.org/officeDocument/2006/relationships/image" Target="../media/image82.png"/><Relationship Id="rId57" Type="http://schemas.openxmlformats.org/officeDocument/2006/relationships/image" Target="../media/image90.jpg"/><Relationship Id="rId10" Type="http://schemas.openxmlformats.org/officeDocument/2006/relationships/image" Target="../media/image43.png"/><Relationship Id="rId31" Type="http://schemas.openxmlformats.org/officeDocument/2006/relationships/image" Target="../media/image64.png"/><Relationship Id="rId44" Type="http://schemas.openxmlformats.org/officeDocument/2006/relationships/image" Target="../media/image77.jpg"/><Relationship Id="rId52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7.jpg"/><Relationship Id="rId5" Type="http://schemas.openxmlformats.org/officeDocument/2006/relationships/image" Target="../media/image96.png"/><Relationship Id="rId4" Type="http://schemas.openxmlformats.org/officeDocument/2006/relationships/image" Target="../media/image9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jpg"/><Relationship Id="rId5" Type="http://schemas.openxmlformats.org/officeDocument/2006/relationships/image" Target="../media/image104.jpg"/><Relationship Id="rId4" Type="http://schemas.openxmlformats.org/officeDocument/2006/relationships/image" Target="../media/image10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5.png"/><Relationship Id="rId5" Type="http://schemas.openxmlformats.org/officeDocument/2006/relationships/image" Target="../media/image114.jpg"/><Relationship Id="rId4" Type="http://schemas.openxmlformats.org/officeDocument/2006/relationships/image" Target="../media/image1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384" cy="6013703"/>
            <a:chOff x="0" y="772668"/>
            <a:chExt cx="10692384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rcRect t="6254" b="9382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83260" y="6752843"/>
              <a:ext cx="386715" cy="24765"/>
            </a:xfrm>
            <a:custGeom>
              <a:avLst/>
              <a:gdLst/>
              <a:ahLst/>
              <a:cxnLst/>
              <a:rect l="l" t="t" r="r" b="b"/>
              <a:pathLst>
                <a:path w="386714" h="24765">
                  <a:moveTo>
                    <a:pt x="49244" y="24693"/>
                  </a:moveTo>
                  <a:lnTo>
                    <a:pt x="30075" y="23431"/>
                  </a:lnTo>
                  <a:lnTo>
                    <a:pt x="14049" y="20740"/>
                  </a:lnTo>
                  <a:lnTo>
                    <a:pt x="3595" y="16764"/>
                  </a:lnTo>
                  <a:lnTo>
                    <a:pt x="0" y="12025"/>
                  </a:lnTo>
                  <a:lnTo>
                    <a:pt x="4548" y="7429"/>
                  </a:lnTo>
                  <a:lnTo>
                    <a:pt x="16240" y="3690"/>
                  </a:lnTo>
                  <a:lnTo>
                    <a:pt x="34075" y="1524"/>
                  </a:lnTo>
                  <a:lnTo>
                    <a:pt x="41695" y="0"/>
                  </a:lnTo>
                  <a:lnTo>
                    <a:pt x="55411" y="0"/>
                  </a:lnTo>
                  <a:lnTo>
                    <a:pt x="70651" y="1524"/>
                  </a:lnTo>
                  <a:lnTo>
                    <a:pt x="322111" y="1524"/>
                  </a:lnTo>
                  <a:lnTo>
                    <a:pt x="386119" y="12192"/>
                  </a:lnTo>
                  <a:lnTo>
                    <a:pt x="322111" y="24384"/>
                  </a:lnTo>
                  <a:lnTo>
                    <a:pt x="69127" y="24384"/>
                  </a:lnTo>
                  <a:lnTo>
                    <a:pt x="49244" y="2469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08192" y="6755891"/>
              <a:ext cx="33655" cy="18415"/>
            </a:xfrm>
            <a:custGeom>
              <a:avLst/>
              <a:gdLst/>
              <a:ahLst/>
              <a:cxnLst/>
              <a:rect l="l" t="t" r="r" b="b"/>
              <a:pathLst>
                <a:path w="33654" h="18415">
                  <a:moveTo>
                    <a:pt x="30480" y="18288"/>
                  </a:moveTo>
                  <a:lnTo>
                    <a:pt x="22859" y="16764"/>
                  </a:lnTo>
                  <a:lnTo>
                    <a:pt x="13716" y="13716"/>
                  </a:lnTo>
                  <a:lnTo>
                    <a:pt x="6096" y="10668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9144" y="0"/>
                  </a:lnTo>
                  <a:lnTo>
                    <a:pt x="27432" y="6096"/>
                  </a:lnTo>
                  <a:lnTo>
                    <a:pt x="33528" y="12192"/>
                  </a:lnTo>
                  <a:lnTo>
                    <a:pt x="30480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2051" y="4422648"/>
              <a:ext cx="640079" cy="67817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1932" y="868209"/>
            <a:ext cx="9690568" cy="902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1">
              <a:spcBef>
                <a:spcPts val="135"/>
              </a:spcBef>
            </a:pPr>
            <a:r>
              <a:rPr lang="pt-BR" sz="5750" b="0" spc="305" dirty="0">
                <a:solidFill>
                  <a:srgbClr val="FFBF00"/>
                </a:solidFill>
                <a:latin typeface="Lucida Sans Unicode"/>
                <a:cs typeface="Lucida Sans Unicode"/>
              </a:rPr>
              <a:t>Segurança no Trânsito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48" y="2182367"/>
            <a:ext cx="1383791" cy="7147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7"/>
            <a:ext cx="10692384" cy="6014085"/>
            <a:chOff x="0" y="772667"/>
            <a:chExt cx="10692384" cy="601408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rcRect t="3783" b="3783"/>
            <a:stretch>
              <a:fillRect/>
            </a:stretch>
          </p:blipFill>
          <p:spPr>
            <a:xfrm>
              <a:off x="0" y="772668"/>
              <a:ext cx="6505955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0811" y="779271"/>
              <a:ext cx="6481572" cy="6007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83024" y="772667"/>
              <a:ext cx="6309360" cy="6014085"/>
            </a:xfrm>
            <a:custGeom>
              <a:avLst/>
              <a:gdLst/>
              <a:ahLst/>
              <a:cxnLst/>
              <a:rect l="l" t="t" r="r" b="b"/>
              <a:pathLst>
                <a:path w="6309359" h="6014084">
                  <a:moveTo>
                    <a:pt x="6309360" y="5972139"/>
                  </a:moveTo>
                  <a:lnTo>
                    <a:pt x="6298751" y="5979136"/>
                  </a:lnTo>
                  <a:lnTo>
                    <a:pt x="6260444" y="6003784"/>
                  </a:lnTo>
                  <a:lnTo>
                    <a:pt x="6244639" y="6013704"/>
                  </a:lnTo>
                </a:path>
                <a:path w="6309359" h="6014084">
                  <a:moveTo>
                    <a:pt x="1780267" y="6013704"/>
                  </a:moveTo>
                  <a:lnTo>
                    <a:pt x="1726132" y="5979136"/>
                  </a:lnTo>
                  <a:lnTo>
                    <a:pt x="1688130" y="5954085"/>
                  </a:lnTo>
                  <a:lnTo>
                    <a:pt x="1650453" y="5928633"/>
                  </a:lnTo>
                  <a:lnTo>
                    <a:pt x="1613104" y="5902785"/>
                  </a:lnTo>
                  <a:lnTo>
                    <a:pt x="1576087" y="5876543"/>
                  </a:lnTo>
                  <a:lnTo>
                    <a:pt x="1539406" y="5849911"/>
                  </a:lnTo>
                  <a:lnTo>
                    <a:pt x="1503063" y="5822893"/>
                  </a:lnTo>
                  <a:lnTo>
                    <a:pt x="1467063" y="5795491"/>
                  </a:lnTo>
                  <a:lnTo>
                    <a:pt x="1431409" y="5767708"/>
                  </a:lnTo>
                  <a:lnTo>
                    <a:pt x="1396104" y="5739549"/>
                  </a:lnTo>
                  <a:lnTo>
                    <a:pt x="1361153" y="5711015"/>
                  </a:lnTo>
                  <a:lnTo>
                    <a:pt x="1326557" y="5682112"/>
                  </a:lnTo>
                  <a:lnTo>
                    <a:pt x="1292322" y="5652841"/>
                  </a:lnTo>
                  <a:lnTo>
                    <a:pt x="1258450" y="5623207"/>
                  </a:lnTo>
                  <a:lnTo>
                    <a:pt x="1224946" y="5593212"/>
                  </a:lnTo>
                  <a:lnTo>
                    <a:pt x="1191812" y="5562859"/>
                  </a:lnTo>
                  <a:lnTo>
                    <a:pt x="1159051" y="5532153"/>
                  </a:lnTo>
                  <a:lnTo>
                    <a:pt x="1126669" y="5501096"/>
                  </a:lnTo>
                  <a:lnTo>
                    <a:pt x="1094667" y="5469692"/>
                  </a:lnTo>
                  <a:lnTo>
                    <a:pt x="1063051" y="5437944"/>
                  </a:lnTo>
                  <a:lnTo>
                    <a:pt x="1031822" y="5405855"/>
                  </a:lnTo>
                  <a:lnTo>
                    <a:pt x="1000985" y="5373429"/>
                  </a:lnTo>
                  <a:lnTo>
                    <a:pt x="970543" y="5340668"/>
                  </a:lnTo>
                  <a:lnTo>
                    <a:pt x="940499" y="5307576"/>
                  </a:lnTo>
                  <a:lnTo>
                    <a:pt x="910858" y="5274157"/>
                  </a:lnTo>
                  <a:lnTo>
                    <a:pt x="881622" y="5240414"/>
                  </a:lnTo>
                  <a:lnTo>
                    <a:pt x="852796" y="5206349"/>
                  </a:lnTo>
                  <a:lnTo>
                    <a:pt x="824382" y="5171967"/>
                  </a:lnTo>
                  <a:lnTo>
                    <a:pt x="796385" y="5137271"/>
                  </a:lnTo>
                  <a:lnTo>
                    <a:pt x="768807" y="5102263"/>
                  </a:lnTo>
                  <a:lnTo>
                    <a:pt x="741653" y="5066947"/>
                  </a:lnTo>
                  <a:lnTo>
                    <a:pt x="714925" y="5031327"/>
                  </a:lnTo>
                  <a:lnTo>
                    <a:pt x="688628" y="4995406"/>
                  </a:lnTo>
                  <a:lnTo>
                    <a:pt x="662764" y="4959186"/>
                  </a:lnTo>
                  <a:lnTo>
                    <a:pt x="637338" y="4922672"/>
                  </a:lnTo>
                  <a:lnTo>
                    <a:pt x="612352" y="4885867"/>
                  </a:lnTo>
                  <a:lnTo>
                    <a:pt x="587811" y="4848773"/>
                  </a:lnTo>
                  <a:lnTo>
                    <a:pt x="563717" y="4811395"/>
                  </a:lnTo>
                  <a:lnTo>
                    <a:pt x="540075" y="4773735"/>
                  </a:lnTo>
                  <a:lnTo>
                    <a:pt x="516888" y="4735797"/>
                  </a:lnTo>
                  <a:lnTo>
                    <a:pt x="494159" y="4697584"/>
                  </a:lnTo>
                  <a:lnTo>
                    <a:pt x="471893" y="4659099"/>
                  </a:lnTo>
                  <a:lnTo>
                    <a:pt x="450091" y="4620346"/>
                  </a:lnTo>
                  <a:lnTo>
                    <a:pt x="428758" y="4581328"/>
                  </a:lnTo>
                  <a:lnTo>
                    <a:pt x="407898" y="4542049"/>
                  </a:lnTo>
                  <a:lnTo>
                    <a:pt x="387514" y="4502510"/>
                  </a:lnTo>
                  <a:lnTo>
                    <a:pt x="367609" y="4462717"/>
                  </a:lnTo>
                  <a:lnTo>
                    <a:pt x="348188" y="4422672"/>
                  </a:lnTo>
                  <a:lnTo>
                    <a:pt x="329252" y="4382378"/>
                  </a:lnTo>
                  <a:lnTo>
                    <a:pt x="310807" y="4341838"/>
                  </a:lnTo>
                  <a:lnTo>
                    <a:pt x="292855" y="4301057"/>
                  </a:lnTo>
                  <a:lnTo>
                    <a:pt x="275401" y="4260037"/>
                  </a:lnTo>
                  <a:lnTo>
                    <a:pt x="258446" y="4218782"/>
                  </a:lnTo>
                  <a:lnTo>
                    <a:pt x="241996" y="4177295"/>
                  </a:lnTo>
                  <a:lnTo>
                    <a:pt x="226054" y="4135578"/>
                  </a:lnTo>
                  <a:lnTo>
                    <a:pt x="210622" y="4093636"/>
                  </a:lnTo>
                  <a:lnTo>
                    <a:pt x="195705" y="4051472"/>
                  </a:lnTo>
                  <a:lnTo>
                    <a:pt x="181306" y="4009089"/>
                  </a:lnTo>
                  <a:lnTo>
                    <a:pt x="167429" y="3966491"/>
                  </a:lnTo>
                  <a:lnTo>
                    <a:pt x="154077" y="3923679"/>
                  </a:lnTo>
                  <a:lnTo>
                    <a:pt x="141254" y="3880659"/>
                  </a:lnTo>
                  <a:lnTo>
                    <a:pt x="128963" y="3837433"/>
                  </a:lnTo>
                  <a:lnTo>
                    <a:pt x="117207" y="3794005"/>
                  </a:lnTo>
                  <a:lnTo>
                    <a:pt x="105991" y="3750377"/>
                  </a:lnTo>
                  <a:lnTo>
                    <a:pt x="95317" y="3706554"/>
                  </a:lnTo>
                  <a:lnTo>
                    <a:pt x="85190" y="3662537"/>
                  </a:lnTo>
                  <a:lnTo>
                    <a:pt x="75612" y="3618332"/>
                  </a:lnTo>
                  <a:lnTo>
                    <a:pt x="66588" y="3573940"/>
                  </a:lnTo>
                  <a:lnTo>
                    <a:pt x="58120" y="3529366"/>
                  </a:lnTo>
                  <a:lnTo>
                    <a:pt x="50212" y="3484612"/>
                  </a:lnTo>
                  <a:lnTo>
                    <a:pt x="42869" y="3439682"/>
                  </a:lnTo>
                  <a:lnTo>
                    <a:pt x="36093" y="3394579"/>
                  </a:lnTo>
                  <a:lnTo>
                    <a:pt x="29887" y="3349307"/>
                  </a:lnTo>
                  <a:lnTo>
                    <a:pt x="24256" y="3303868"/>
                  </a:lnTo>
                  <a:lnTo>
                    <a:pt x="19202" y="3258266"/>
                  </a:lnTo>
                  <a:lnTo>
                    <a:pt x="14730" y="3212505"/>
                  </a:lnTo>
                  <a:lnTo>
                    <a:pt x="10843" y="3166587"/>
                  </a:lnTo>
                  <a:lnTo>
                    <a:pt x="7545" y="3120516"/>
                  </a:lnTo>
                  <a:lnTo>
                    <a:pt x="4838" y="3074295"/>
                  </a:lnTo>
                  <a:lnTo>
                    <a:pt x="2726" y="3027928"/>
                  </a:lnTo>
                  <a:lnTo>
                    <a:pt x="1214" y="2981417"/>
                  </a:lnTo>
                  <a:lnTo>
                    <a:pt x="304" y="2934767"/>
                  </a:lnTo>
                  <a:lnTo>
                    <a:pt x="0" y="2887980"/>
                  </a:lnTo>
                  <a:lnTo>
                    <a:pt x="304" y="2841227"/>
                  </a:lnTo>
                  <a:lnTo>
                    <a:pt x="1214" y="2794610"/>
                  </a:lnTo>
                  <a:lnTo>
                    <a:pt x="2726" y="2748132"/>
                  </a:lnTo>
                  <a:lnTo>
                    <a:pt x="4838" y="2701798"/>
                  </a:lnTo>
                  <a:lnTo>
                    <a:pt x="7545" y="2655609"/>
                  </a:lnTo>
                  <a:lnTo>
                    <a:pt x="10843" y="2609569"/>
                  </a:lnTo>
                  <a:lnTo>
                    <a:pt x="14730" y="2563683"/>
                  </a:lnTo>
                  <a:lnTo>
                    <a:pt x="19202" y="2517952"/>
                  </a:lnTo>
                  <a:lnTo>
                    <a:pt x="24256" y="2472380"/>
                  </a:lnTo>
                  <a:lnTo>
                    <a:pt x="29887" y="2426971"/>
                  </a:lnTo>
                  <a:lnTo>
                    <a:pt x="36093" y="2381728"/>
                  </a:lnTo>
                  <a:lnTo>
                    <a:pt x="42869" y="2336654"/>
                  </a:lnTo>
                  <a:lnTo>
                    <a:pt x="50212" y="2291752"/>
                  </a:lnTo>
                  <a:lnTo>
                    <a:pt x="58120" y="2247026"/>
                  </a:lnTo>
                  <a:lnTo>
                    <a:pt x="66588" y="2202479"/>
                  </a:lnTo>
                  <a:lnTo>
                    <a:pt x="75612" y="2158114"/>
                  </a:lnTo>
                  <a:lnTo>
                    <a:pt x="85190" y="2113935"/>
                  </a:lnTo>
                  <a:lnTo>
                    <a:pt x="95317" y="2069945"/>
                  </a:lnTo>
                  <a:lnTo>
                    <a:pt x="105991" y="2026147"/>
                  </a:lnTo>
                  <a:lnTo>
                    <a:pt x="117207" y="1982544"/>
                  </a:lnTo>
                  <a:lnTo>
                    <a:pt x="128963" y="1939140"/>
                  </a:lnTo>
                  <a:lnTo>
                    <a:pt x="141254" y="1895938"/>
                  </a:lnTo>
                  <a:lnTo>
                    <a:pt x="154077" y="1852942"/>
                  </a:lnTo>
                  <a:lnTo>
                    <a:pt x="167429" y="1810154"/>
                  </a:lnTo>
                  <a:lnTo>
                    <a:pt x="181306" y="1767578"/>
                  </a:lnTo>
                  <a:lnTo>
                    <a:pt x="195705" y="1725218"/>
                  </a:lnTo>
                  <a:lnTo>
                    <a:pt x="210622" y="1683075"/>
                  </a:lnTo>
                  <a:lnTo>
                    <a:pt x="226054" y="1641155"/>
                  </a:lnTo>
                  <a:lnTo>
                    <a:pt x="241996" y="1599460"/>
                  </a:lnTo>
                  <a:lnTo>
                    <a:pt x="258446" y="1557994"/>
                  </a:lnTo>
                  <a:lnTo>
                    <a:pt x="275401" y="1516759"/>
                  </a:lnTo>
                  <a:lnTo>
                    <a:pt x="292855" y="1475759"/>
                  </a:lnTo>
                  <a:lnTo>
                    <a:pt x="310807" y="1434997"/>
                  </a:lnTo>
                  <a:lnTo>
                    <a:pt x="329252" y="1394477"/>
                  </a:lnTo>
                  <a:lnTo>
                    <a:pt x="348188" y="1354202"/>
                  </a:lnTo>
                  <a:lnTo>
                    <a:pt x="367609" y="1314175"/>
                  </a:lnTo>
                  <a:lnTo>
                    <a:pt x="387514" y="1274400"/>
                  </a:lnTo>
                  <a:lnTo>
                    <a:pt x="407898" y="1234880"/>
                  </a:lnTo>
                  <a:lnTo>
                    <a:pt x="428758" y="1195617"/>
                  </a:lnTo>
                  <a:lnTo>
                    <a:pt x="450091" y="1156616"/>
                  </a:lnTo>
                  <a:lnTo>
                    <a:pt x="471893" y="1117880"/>
                  </a:lnTo>
                  <a:lnTo>
                    <a:pt x="494159" y="1079411"/>
                  </a:lnTo>
                  <a:lnTo>
                    <a:pt x="516888" y="1041214"/>
                  </a:lnTo>
                  <a:lnTo>
                    <a:pt x="540075" y="1003292"/>
                  </a:lnTo>
                  <a:lnTo>
                    <a:pt x="563717" y="965647"/>
                  </a:lnTo>
                  <a:lnTo>
                    <a:pt x="587811" y="928284"/>
                  </a:lnTo>
                  <a:lnTo>
                    <a:pt x="612352" y="891205"/>
                  </a:lnTo>
                  <a:lnTo>
                    <a:pt x="637338" y="854413"/>
                  </a:lnTo>
                  <a:lnTo>
                    <a:pt x="662764" y="817913"/>
                  </a:lnTo>
                  <a:lnTo>
                    <a:pt x="688628" y="781707"/>
                  </a:lnTo>
                  <a:lnTo>
                    <a:pt x="714925" y="745799"/>
                  </a:lnTo>
                  <a:lnTo>
                    <a:pt x="741653" y="710192"/>
                  </a:lnTo>
                  <a:lnTo>
                    <a:pt x="768807" y="674889"/>
                  </a:lnTo>
                  <a:lnTo>
                    <a:pt x="796385" y="639894"/>
                  </a:lnTo>
                  <a:lnTo>
                    <a:pt x="824382" y="605209"/>
                  </a:lnTo>
                  <a:lnTo>
                    <a:pt x="852796" y="570838"/>
                  </a:lnTo>
                  <a:lnTo>
                    <a:pt x="881622" y="536785"/>
                  </a:lnTo>
                  <a:lnTo>
                    <a:pt x="910858" y="503053"/>
                  </a:lnTo>
                  <a:lnTo>
                    <a:pt x="940499" y="469645"/>
                  </a:lnTo>
                  <a:lnTo>
                    <a:pt x="970543" y="436564"/>
                  </a:lnTo>
                  <a:lnTo>
                    <a:pt x="1000985" y="403813"/>
                  </a:lnTo>
                  <a:lnTo>
                    <a:pt x="1031822" y="371397"/>
                  </a:lnTo>
                  <a:lnTo>
                    <a:pt x="1063051" y="339317"/>
                  </a:lnTo>
                  <a:lnTo>
                    <a:pt x="1094667" y="307578"/>
                  </a:lnTo>
                  <a:lnTo>
                    <a:pt x="1126669" y="276183"/>
                  </a:lnTo>
                  <a:lnTo>
                    <a:pt x="1159051" y="245135"/>
                  </a:lnTo>
                  <a:lnTo>
                    <a:pt x="1191812" y="214438"/>
                  </a:lnTo>
                  <a:lnTo>
                    <a:pt x="1224946" y="184094"/>
                  </a:lnTo>
                  <a:lnTo>
                    <a:pt x="1258450" y="154107"/>
                  </a:lnTo>
                  <a:lnTo>
                    <a:pt x="1292322" y="124480"/>
                  </a:lnTo>
                  <a:lnTo>
                    <a:pt x="1326557" y="95217"/>
                  </a:lnTo>
                  <a:lnTo>
                    <a:pt x="1361153" y="66321"/>
                  </a:lnTo>
                  <a:lnTo>
                    <a:pt x="1396104" y="37795"/>
                  </a:lnTo>
                  <a:lnTo>
                    <a:pt x="1431409" y="9642"/>
                  </a:lnTo>
                  <a:lnTo>
                    <a:pt x="1443787" y="0"/>
                  </a:lnTo>
                </a:path>
              </a:pathLst>
            </a:custGeom>
            <a:ln w="67056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441768" y="1755088"/>
            <a:ext cx="2796540" cy="1220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1">
              <a:lnSpc>
                <a:spcPts val="4706"/>
              </a:lnSpc>
              <a:spcBef>
                <a:spcPts val="114"/>
              </a:spcBef>
            </a:pPr>
            <a:r>
              <a:rPr sz="4100" spc="-210" dirty="0">
                <a:solidFill>
                  <a:srgbClr val="1F3864"/>
                </a:solidFill>
                <a:latin typeface="Verdana"/>
                <a:cs typeface="Verdana"/>
              </a:rPr>
              <a:t>População</a:t>
            </a:r>
            <a:endParaRPr sz="4100" dirty="0">
              <a:latin typeface="Verdana"/>
              <a:cs typeface="Verdana"/>
            </a:endParaRPr>
          </a:p>
          <a:p>
            <a:pPr marL="1062415">
              <a:lnSpc>
                <a:spcPts val="4706"/>
              </a:lnSpc>
            </a:pPr>
            <a:r>
              <a:rPr sz="4100" spc="-470" dirty="0">
                <a:solidFill>
                  <a:srgbClr val="1F3864"/>
                </a:solidFill>
                <a:latin typeface="Verdana"/>
                <a:cs typeface="Verdana"/>
              </a:rPr>
              <a:t>Frota</a:t>
            </a:r>
            <a:endParaRPr sz="41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54" y="2628823"/>
            <a:ext cx="4286250" cy="2353850"/>
          </a:xfrm>
          <a:prstGeom prst="rect">
            <a:avLst/>
          </a:prstGeom>
        </p:spPr>
        <p:txBody>
          <a:bodyPr vert="horz" wrap="square" lIns="0" tIns="281305" rIns="0" bIns="0" rtlCol="0">
            <a:spAutoFit/>
          </a:bodyPr>
          <a:lstStyle/>
          <a:p>
            <a:pPr marL="1565363">
              <a:spcBef>
                <a:spcPts val="2215"/>
              </a:spcBef>
            </a:pPr>
            <a:r>
              <a:rPr sz="4100" b="1" spc="-445" dirty="0" err="1">
                <a:solidFill>
                  <a:srgbClr val="1F3864"/>
                </a:solidFill>
                <a:latin typeface="Verdana"/>
                <a:cs typeface="Verdana"/>
              </a:rPr>
              <a:t>Estatísticas</a:t>
            </a:r>
            <a:endParaRPr lang="pt-BR" sz="4100" b="1" spc="-445" dirty="0">
              <a:solidFill>
                <a:srgbClr val="1F3864"/>
              </a:solidFill>
              <a:latin typeface="Verdana"/>
              <a:cs typeface="Verdana"/>
            </a:endParaRPr>
          </a:p>
          <a:p>
            <a:pPr marL="1565363">
              <a:spcBef>
                <a:spcPts val="2215"/>
              </a:spcBef>
            </a:pPr>
            <a:endParaRPr sz="4100" dirty="0">
              <a:latin typeface="Verdana"/>
              <a:cs typeface="Verdana"/>
            </a:endParaRPr>
          </a:p>
          <a:p>
            <a:pPr marL="12701">
              <a:lnSpc>
                <a:spcPts val="4111"/>
              </a:lnSpc>
            </a:pPr>
            <a:r>
              <a:rPr sz="3851" b="1" spc="-105" dirty="0">
                <a:solidFill>
                  <a:srgbClr val="2F5497"/>
                </a:solidFill>
                <a:latin typeface="Verdana"/>
                <a:cs typeface="Verdana"/>
              </a:rPr>
              <a:t>Piracicaba</a:t>
            </a:r>
            <a:endParaRPr sz="3851" dirty="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9285" y="3723132"/>
            <a:ext cx="5573395" cy="0"/>
          </a:xfrm>
          <a:custGeom>
            <a:avLst/>
            <a:gdLst/>
            <a:ahLst/>
            <a:cxnLst/>
            <a:rect l="l" t="t" r="r" b="b"/>
            <a:pathLst>
              <a:path w="5573395">
                <a:moveTo>
                  <a:pt x="0" y="0"/>
                </a:moveTo>
                <a:lnTo>
                  <a:pt x="5573268" y="0"/>
                </a:lnTo>
              </a:path>
            </a:pathLst>
          </a:custGeom>
          <a:ln w="7620">
            <a:solidFill>
              <a:srgbClr val="1F38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1424941"/>
            <a:ext cx="10692765" cy="6014085"/>
            <a:chOff x="0" y="772668"/>
            <a:chExt cx="10692765" cy="6014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470" y="1005078"/>
              <a:ext cx="2918460" cy="37216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852" y="1013460"/>
              <a:ext cx="2901950" cy="3705225"/>
            </a:xfrm>
            <a:custGeom>
              <a:avLst/>
              <a:gdLst/>
              <a:ahLst/>
              <a:cxnLst/>
              <a:rect l="l" t="t" r="r" b="b"/>
              <a:pathLst>
                <a:path w="2901950" h="3705225">
                  <a:moveTo>
                    <a:pt x="489204" y="0"/>
                  </a:moveTo>
                  <a:lnTo>
                    <a:pt x="2412491" y="0"/>
                  </a:lnTo>
                  <a:lnTo>
                    <a:pt x="2462783" y="1524"/>
                  </a:lnTo>
                  <a:lnTo>
                    <a:pt x="2511552" y="9144"/>
                  </a:lnTo>
                  <a:lnTo>
                    <a:pt x="2558796" y="21336"/>
                  </a:lnTo>
                  <a:lnTo>
                    <a:pt x="2602991" y="38100"/>
                  </a:lnTo>
                  <a:lnTo>
                    <a:pt x="2645663" y="59436"/>
                  </a:lnTo>
                  <a:lnTo>
                    <a:pt x="2686812" y="83820"/>
                  </a:lnTo>
                  <a:lnTo>
                    <a:pt x="2723387" y="111252"/>
                  </a:lnTo>
                  <a:lnTo>
                    <a:pt x="2758440" y="143256"/>
                  </a:lnTo>
                  <a:lnTo>
                    <a:pt x="2790444" y="178307"/>
                  </a:lnTo>
                  <a:lnTo>
                    <a:pt x="2817875" y="214883"/>
                  </a:lnTo>
                  <a:lnTo>
                    <a:pt x="2842259" y="256031"/>
                  </a:lnTo>
                  <a:lnTo>
                    <a:pt x="2863596" y="298704"/>
                  </a:lnTo>
                  <a:lnTo>
                    <a:pt x="2880359" y="342900"/>
                  </a:lnTo>
                  <a:lnTo>
                    <a:pt x="2892552" y="390143"/>
                  </a:lnTo>
                  <a:lnTo>
                    <a:pt x="2900171" y="438912"/>
                  </a:lnTo>
                  <a:lnTo>
                    <a:pt x="2901696" y="489204"/>
                  </a:lnTo>
                  <a:lnTo>
                    <a:pt x="2901696" y="3215640"/>
                  </a:lnTo>
                  <a:lnTo>
                    <a:pt x="2900171" y="3265932"/>
                  </a:lnTo>
                  <a:lnTo>
                    <a:pt x="2892552" y="3313175"/>
                  </a:lnTo>
                  <a:lnTo>
                    <a:pt x="2880359" y="3360419"/>
                  </a:lnTo>
                  <a:lnTo>
                    <a:pt x="2863596" y="3406140"/>
                  </a:lnTo>
                  <a:lnTo>
                    <a:pt x="2842259" y="3448811"/>
                  </a:lnTo>
                  <a:lnTo>
                    <a:pt x="2817875" y="3488435"/>
                  </a:lnTo>
                  <a:lnTo>
                    <a:pt x="2790444" y="3526535"/>
                  </a:lnTo>
                  <a:lnTo>
                    <a:pt x="2758440" y="3561588"/>
                  </a:lnTo>
                  <a:lnTo>
                    <a:pt x="2723387" y="3593591"/>
                  </a:lnTo>
                  <a:lnTo>
                    <a:pt x="2686812" y="3621024"/>
                  </a:lnTo>
                  <a:lnTo>
                    <a:pt x="2645663" y="3645408"/>
                  </a:lnTo>
                  <a:lnTo>
                    <a:pt x="2602991" y="3666743"/>
                  </a:lnTo>
                  <a:lnTo>
                    <a:pt x="2558796" y="3681983"/>
                  </a:lnTo>
                  <a:lnTo>
                    <a:pt x="2511552" y="3694175"/>
                  </a:lnTo>
                  <a:lnTo>
                    <a:pt x="2462783" y="3701796"/>
                  </a:lnTo>
                  <a:lnTo>
                    <a:pt x="2412491" y="3704843"/>
                  </a:lnTo>
                  <a:lnTo>
                    <a:pt x="489204" y="3704843"/>
                  </a:lnTo>
                  <a:lnTo>
                    <a:pt x="438912" y="3701796"/>
                  </a:lnTo>
                  <a:lnTo>
                    <a:pt x="390144" y="3694175"/>
                  </a:lnTo>
                  <a:lnTo>
                    <a:pt x="342900" y="3681983"/>
                  </a:lnTo>
                  <a:lnTo>
                    <a:pt x="298704" y="3666743"/>
                  </a:lnTo>
                  <a:lnTo>
                    <a:pt x="256032" y="3645408"/>
                  </a:lnTo>
                  <a:lnTo>
                    <a:pt x="214884" y="3621024"/>
                  </a:lnTo>
                  <a:lnTo>
                    <a:pt x="176784" y="3593591"/>
                  </a:lnTo>
                  <a:lnTo>
                    <a:pt x="143256" y="3561588"/>
                  </a:lnTo>
                  <a:lnTo>
                    <a:pt x="111252" y="3526535"/>
                  </a:lnTo>
                  <a:lnTo>
                    <a:pt x="82295" y="3488435"/>
                  </a:lnTo>
                  <a:lnTo>
                    <a:pt x="57912" y="3448811"/>
                  </a:lnTo>
                  <a:lnTo>
                    <a:pt x="38100" y="3406140"/>
                  </a:lnTo>
                  <a:lnTo>
                    <a:pt x="21336" y="3360419"/>
                  </a:lnTo>
                  <a:lnTo>
                    <a:pt x="9143" y="3313175"/>
                  </a:lnTo>
                  <a:lnTo>
                    <a:pt x="1523" y="3265932"/>
                  </a:lnTo>
                  <a:lnTo>
                    <a:pt x="0" y="3215640"/>
                  </a:lnTo>
                  <a:lnTo>
                    <a:pt x="0" y="489204"/>
                  </a:lnTo>
                  <a:lnTo>
                    <a:pt x="1523" y="438912"/>
                  </a:lnTo>
                  <a:lnTo>
                    <a:pt x="9143" y="390143"/>
                  </a:lnTo>
                  <a:lnTo>
                    <a:pt x="21336" y="342900"/>
                  </a:lnTo>
                  <a:lnTo>
                    <a:pt x="38100" y="298704"/>
                  </a:lnTo>
                  <a:lnTo>
                    <a:pt x="57912" y="256031"/>
                  </a:lnTo>
                  <a:lnTo>
                    <a:pt x="82295" y="214883"/>
                  </a:lnTo>
                  <a:lnTo>
                    <a:pt x="111252" y="178307"/>
                  </a:lnTo>
                  <a:lnTo>
                    <a:pt x="143256" y="143256"/>
                  </a:lnTo>
                  <a:lnTo>
                    <a:pt x="176784" y="111252"/>
                  </a:lnTo>
                  <a:lnTo>
                    <a:pt x="214884" y="83820"/>
                  </a:lnTo>
                  <a:lnTo>
                    <a:pt x="256032" y="59436"/>
                  </a:lnTo>
                  <a:lnTo>
                    <a:pt x="298704" y="38100"/>
                  </a:lnTo>
                  <a:lnTo>
                    <a:pt x="342900" y="21336"/>
                  </a:lnTo>
                  <a:lnTo>
                    <a:pt x="390144" y="9144"/>
                  </a:lnTo>
                  <a:lnTo>
                    <a:pt x="438912" y="1524"/>
                  </a:lnTo>
                  <a:lnTo>
                    <a:pt x="489204" y="0"/>
                  </a:lnTo>
                  <a:close/>
                </a:path>
              </a:pathLst>
            </a:custGeom>
            <a:ln w="1676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9015" y="3388480"/>
            <a:ext cx="1565275" cy="107529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1">
              <a:spcBef>
                <a:spcPts val="86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População</a:t>
            </a:r>
            <a:endParaRPr sz="2800">
              <a:latin typeface="Calibri"/>
              <a:cs typeface="Calibri"/>
            </a:endParaRPr>
          </a:p>
          <a:p>
            <a:pPr marL="139073">
              <a:spcBef>
                <a:spcPts val="770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431.014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97864" y="1684656"/>
            <a:ext cx="5598795" cy="3705225"/>
            <a:chOff x="1197863" y="1032383"/>
            <a:chExt cx="5598795" cy="37052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863" y="1488948"/>
              <a:ext cx="1210056" cy="1208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4008" y="1039368"/>
              <a:ext cx="2913888" cy="36911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5625" y="1032510"/>
              <a:ext cx="2930652" cy="37048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72483" y="1039368"/>
              <a:ext cx="2917190" cy="3691254"/>
            </a:xfrm>
            <a:custGeom>
              <a:avLst/>
              <a:gdLst/>
              <a:ahLst/>
              <a:cxnLst/>
              <a:rect l="l" t="t" r="r" b="b"/>
              <a:pathLst>
                <a:path w="2917190" h="3691254">
                  <a:moveTo>
                    <a:pt x="490727" y="0"/>
                  </a:moveTo>
                  <a:lnTo>
                    <a:pt x="2426207" y="0"/>
                  </a:lnTo>
                  <a:lnTo>
                    <a:pt x="2476499" y="3048"/>
                  </a:lnTo>
                  <a:lnTo>
                    <a:pt x="2525268" y="9144"/>
                  </a:lnTo>
                  <a:lnTo>
                    <a:pt x="2570987" y="21336"/>
                  </a:lnTo>
                  <a:lnTo>
                    <a:pt x="2616707" y="38100"/>
                  </a:lnTo>
                  <a:lnTo>
                    <a:pt x="2659379" y="59436"/>
                  </a:lnTo>
                  <a:lnTo>
                    <a:pt x="2700528" y="83820"/>
                  </a:lnTo>
                  <a:lnTo>
                    <a:pt x="2737103" y="111252"/>
                  </a:lnTo>
                  <a:lnTo>
                    <a:pt x="2772156" y="143256"/>
                  </a:lnTo>
                  <a:lnTo>
                    <a:pt x="2804160" y="178307"/>
                  </a:lnTo>
                  <a:lnTo>
                    <a:pt x="2833115" y="216407"/>
                  </a:lnTo>
                  <a:lnTo>
                    <a:pt x="2857499" y="256031"/>
                  </a:lnTo>
                  <a:lnTo>
                    <a:pt x="2877311" y="300228"/>
                  </a:lnTo>
                  <a:lnTo>
                    <a:pt x="2894076" y="344423"/>
                  </a:lnTo>
                  <a:lnTo>
                    <a:pt x="2906268" y="391667"/>
                  </a:lnTo>
                  <a:lnTo>
                    <a:pt x="2913887" y="440436"/>
                  </a:lnTo>
                  <a:lnTo>
                    <a:pt x="2916936" y="490728"/>
                  </a:lnTo>
                  <a:lnTo>
                    <a:pt x="2916936" y="3200400"/>
                  </a:lnTo>
                  <a:lnTo>
                    <a:pt x="2913887" y="3250691"/>
                  </a:lnTo>
                  <a:lnTo>
                    <a:pt x="2906268" y="3299459"/>
                  </a:lnTo>
                  <a:lnTo>
                    <a:pt x="2894076" y="3346703"/>
                  </a:lnTo>
                  <a:lnTo>
                    <a:pt x="2877311" y="3392424"/>
                  </a:lnTo>
                  <a:lnTo>
                    <a:pt x="2857499" y="3435096"/>
                  </a:lnTo>
                  <a:lnTo>
                    <a:pt x="2833115" y="3474719"/>
                  </a:lnTo>
                  <a:lnTo>
                    <a:pt x="2804160" y="3512819"/>
                  </a:lnTo>
                  <a:lnTo>
                    <a:pt x="2772156" y="3547872"/>
                  </a:lnTo>
                  <a:lnTo>
                    <a:pt x="2737103" y="3579875"/>
                  </a:lnTo>
                  <a:lnTo>
                    <a:pt x="2700528" y="3607308"/>
                  </a:lnTo>
                  <a:lnTo>
                    <a:pt x="2659379" y="3631691"/>
                  </a:lnTo>
                  <a:lnTo>
                    <a:pt x="2616707" y="3653027"/>
                  </a:lnTo>
                  <a:lnTo>
                    <a:pt x="2570987" y="3669791"/>
                  </a:lnTo>
                  <a:lnTo>
                    <a:pt x="2525268" y="3681983"/>
                  </a:lnTo>
                  <a:lnTo>
                    <a:pt x="2476499" y="3689603"/>
                  </a:lnTo>
                  <a:lnTo>
                    <a:pt x="2426207" y="3691127"/>
                  </a:lnTo>
                  <a:lnTo>
                    <a:pt x="490727" y="3691127"/>
                  </a:lnTo>
                  <a:lnTo>
                    <a:pt x="440435" y="3689603"/>
                  </a:lnTo>
                  <a:lnTo>
                    <a:pt x="391667" y="3681983"/>
                  </a:lnTo>
                  <a:lnTo>
                    <a:pt x="344423" y="3669791"/>
                  </a:lnTo>
                  <a:lnTo>
                    <a:pt x="300227" y="3653027"/>
                  </a:lnTo>
                  <a:lnTo>
                    <a:pt x="257555" y="3631691"/>
                  </a:lnTo>
                  <a:lnTo>
                    <a:pt x="216408" y="3607308"/>
                  </a:lnTo>
                  <a:lnTo>
                    <a:pt x="178308" y="3579875"/>
                  </a:lnTo>
                  <a:lnTo>
                    <a:pt x="143255" y="3547872"/>
                  </a:lnTo>
                  <a:lnTo>
                    <a:pt x="112775" y="3512819"/>
                  </a:lnTo>
                  <a:lnTo>
                    <a:pt x="83819" y="3474719"/>
                  </a:lnTo>
                  <a:lnTo>
                    <a:pt x="59436" y="3435096"/>
                  </a:lnTo>
                  <a:lnTo>
                    <a:pt x="38099" y="3392424"/>
                  </a:lnTo>
                  <a:lnTo>
                    <a:pt x="22860" y="3346703"/>
                  </a:lnTo>
                  <a:lnTo>
                    <a:pt x="10667" y="3299459"/>
                  </a:lnTo>
                  <a:lnTo>
                    <a:pt x="3047" y="3250691"/>
                  </a:lnTo>
                  <a:lnTo>
                    <a:pt x="0" y="3200400"/>
                  </a:lnTo>
                  <a:lnTo>
                    <a:pt x="0" y="490728"/>
                  </a:lnTo>
                  <a:lnTo>
                    <a:pt x="3047" y="440436"/>
                  </a:lnTo>
                  <a:lnTo>
                    <a:pt x="10667" y="391667"/>
                  </a:lnTo>
                  <a:lnTo>
                    <a:pt x="22860" y="344423"/>
                  </a:lnTo>
                  <a:lnTo>
                    <a:pt x="38099" y="300228"/>
                  </a:lnTo>
                  <a:lnTo>
                    <a:pt x="59436" y="256031"/>
                  </a:lnTo>
                  <a:lnTo>
                    <a:pt x="83819" y="216407"/>
                  </a:lnTo>
                  <a:lnTo>
                    <a:pt x="112775" y="178307"/>
                  </a:lnTo>
                  <a:lnTo>
                    <a:pt x="143255" y="143256"/>
                  </a:lnTo>
                  <a:lnTo>
                    <a:pt x="178308" y="111252"/>
                  </a:lnTo>
                  <a:lnTo>
                    <a:pt x="216408" y="83820"/>
                  </a:lnTo>
                  <a:lnTo>
                    <a:pt x="257555" y="59436"/>
                  </a:lnTo>
                  <a:lnTo>
                    <a:pt x="300227" y="38100"/>
                  </a:lnTo>
                  <a:lnTo>
                    <a:pt x="344423" y="21336"/>
                  </a:lnTo>
                  <a:lnTo>
                    <a:pt x="391667" y="9144"/>
                  </a:lnTo>
                  <a:lnTo>
                    <a:pt x="440435" y="3048"/>
                  </a:lnTo>
                  <a:lnTo>
                    <a:pt x="490727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88052" y="1600200"/>
              <a:ext cx="998219" cy="99364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98017" y="3178132"/>
            <a:ext cx="1579245" cy="1284326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1">
              <a:spcBef>
                <a:spcPts val="16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Frota</a:t>
            </a:r>
            <a:r>
              <a:rPr sz="28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endParaRPr sz="2800">
              <a:latin typeface="Calibri"/>
              <a:cs typeface="Calibri"/>
            </a:endParaRPr>
          </a:p>
          <a:p>
            <a:pPr marL="144788">
              <a:spcBef>
                <a:spcPts val="1595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367.063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13370" y="1660270"/>
            <a:ext cx="2960370" cy="3716020"/>
            <a:chOff x="7413370" y="1007998"/>
            <a:chExt cx="2960370" cy="371602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3403" y="1014983"/>
              <a:ext cx="2939796" cy="36987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13497" y="1008125"/>
              <a:ext cx="2959607" cy="37155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20355" y="1014983"/>
              <a:ext cx="2946400" cy="3702050"/>
            </a:xfrm>
            <a:custGeom>
              <a:avLst/>
              <a:gdLst/>
              <a:ahLst/>
              <a:cxnLst/>
              <a:rect l="l" t="t" r="r" b="b"/>
              <a:pathLst>
                <a:path w="2946400" h="3702050">
                  <a:moveTo>
                    <a:pt x="495300" y="0"/>
                  </a:moveTo>
                  <a:lnTo>
                    <a:pt x="2450591" y="0"/>
                  </a:lnTo>
                  <a:lnTo>
                    <a:pt x="2500883" y="1524"/>
                  </a:lnTo>
                  <a:lnTo>
                    <a:pt x="2549651" y="9144"/>
                  </a:lnTo>
                  <a:lnTo>
                    <a:pt x="2598420" y="21336"/>
                  </a:lnTo>
                  <a:lnTo>
                    <a:pt x="2642616" y="38100"/>
                  </a:lnTo>
                  <a:lnTo>
                    <a:pt x="2686812" y="59436"/>
                  </a:lnTo>
                  <a:lnTo>
                    <a:pt x="2727959" y="83820"/>
                  </a:lnTo>
                  <a:lnTo>
                    <a:pt x="2766059" y="112775"/>
                  </a:lnTo>
                  <a:lnTo>
                    <a:pt x="2801112" y="144779"/>
                  </a:lnTo>
                  <a:lnTo>
                    <a:pt x="2833116" y="179831"/>
                  </a:lnTo>
                  <a:lnTo>
                    <a:pt x="2860548" y="217931"/>
                  </a:lnTo>
                  <a:lnTo>
                    <a:pt x="2886455" y="259080"/>
                  </a:lnTo>
                  <a:lnTo>
                    <a:pt x="2906267" y="301752"/>
                  </a:lnTo>
                  <a:lnTo>
                    <a:pt x="2923032" y="347472"/>
                  </a:lnTo>
                  <a:lnTo>
                    <a:pt x="2935224" y="394715"/>
                  </a:lnTo>
                  <a:lnTo>
                    <a:pt x="2942843" y="445008"/>
                  </a:lnTo>
                  <a:lnTo>
                    <a:pt x="2945891" y="495300"/>
                  </a:lnTo>
                  <a:lnTo>
                    <a:pt x="2945891" y="3206496"/>
                  </a:lnTo>
                  <a:lnTo>
                    <a:pt x="2942843" y="3256788"/>
                  </a:lnTo>
                  <a:lnTo>
                    <a:pt x="2935224" y="3305556"/>
                  </a:lnTo>
                  <a:lnTo>
                    <a:pt x="2923032" y="3352800"/>
                  </a:lnTo>
                  <a:lnTo>
                    <a:pt x="2906267" y="3398519"/>
                  </a:lnTo>
                  <a:lnTo>
                    <a:pt x="2886455" y="3442716"/>
                  </a:lnTo>
                  <a:lnTo>
                    <a:pt x="2860548" y="3483864"/>
                  </a:lnTo>
                  <a:lnTo>
                    <a:pt x="2833116" y="3521964"/>
                  </a:lnTo>
                  <a:lnTo>
                    <a:pt x="2801112" y="3557016"/>
                  </a:lnTo>
                  <a:lnTo>
                    <a:pt x="2766059" y="3589019"/>
                  </a:lnTo>
                  <a:lnTo>
                    <a:pt x="2727959" y="3616451"/>
                  </a:lnTo>
                  <a:lnTo>
                    <a:pt x="2686812" y="3642359"/>
                  </a:lnTo>
                  <a:lnTo>
                    <a:pt x="2642616" y="3662172"/>
                  </a:lnTo>
                  <a:lnTo>
                    <a:pt x="2598420" y="3678935"/>
                  </a:lnTo>
                  <a:lnTo>
                    <a:pt x="2549651" y="3691127"/>
                  </a:lnTo>
                  <a:lnTo>
                    <a:pt x="2500883" y="3698748"/>
                  </a:lnTo>
                  <a:lnTo>
                    <a:pt x="2450591" y="3701796"/>
                  </a:lnTo>
                  <a:lnTo>
                    <a:pt x="495300" y="3701796"/>
                  </a:lnTo>
                  <a:lnTo>
                    <a:pt x="445008" y="3698748"/>
                  </a:lnTo>
                  <a:lnTo>
                    <a:pt x="396240" y="3691127"/>
                  </a:lnTo>
                  <a:lnTo>
                    <a:pt x="348996" y="3678935"/>
                  </a:lnTo>
                  <a:lnTo>
                    <a:pt x="303276" y="3662172"/>
                  </a:lnTo>
                  <a:lnTo>
                    <a:pt x="260604" y="3642359"/>
                  </a:lnTo>
                  <a:lnTo>
                    <a:pt x="219456" y="3616451"/>
                  </a:lnTo>
                  <a:lnTo>
                    <a:pt x="181356" y="3589019"/>
                  </a:lnTo>
                  <a:lnTo>
                    <a:pt x="146304" y="3557016"/>
                  </a:lnTo>
                  <a:lnTo>
                    <a:pt x="114300" y="3521964"/>
                  </a:lnTo>
                  <a:lnTo>
                    <a:pt x="85343" y="3483864"/>
                  </a:lnTo>
                  <a:lnTo>
                    <a:pt x="60960" y="3442716"/>
                  </a:lnTo>
                  <a:lnTo>
                    <a:pt x="39623" y="3398519"/>
                  </a:lnTo>
                  <a:lnTo>
                    <a:pt x="22860" y="3352800"/>
                  </a:lnTo>
                  <a:lnTo>
                    <a:pt x="10667" y="3305556"/>
                  </a:lnTo>
                  <a:lnTo>
                    <a:pt x="3048" y="3256788"/>
                  </a:lnTo>
                  <a:lnTo>
                    <a:pt x="0" y="3206496"/>
                  </a:lnTo>
                  <a:lnTo>
                    <a:pt x="0" y="495300"/>
                  </a:lnTo>
                  <a:lnTo>
                    <a:pt x="3048" y="445008"/>
                  </a:lnTo>
                  <a:lnTo>
                    <a:pt x="10667" y="394715"/>
                  </a:lnTo>
                  <a:lnTo>
                    <a:pt x="22860" y="347472"/>
                  </a:lnTo>
                  <a:lnTo>
                    <a:pt x="39623" y="301752"/>
                  </a:lnTo>
                  <a:lnTo>
                    <a:pt x="60960" y="259080"/>
                  </a:lnTo>
                  <a:lnTo>
                    <a:pt x="85343" y="217931"/>
                  </a:lnTo>
                  <a:lnTo>
                    <a:pt x="114300" y="179831"/>
                  </a:lnTo>
                  <a:lnTo>
                    <a:pt x="146304" y="144779"/>
                  </a:lnTo>
                  <a:lnTo>
                    <a:pt x="181356" y="112775"/>
                  </a:lnTo>
                  <a:lnTo>
                    <a:pt x="219456" y="83820"/>
                  </a:lnTo>
                  <a:lnTo>
                    <a:pt x="260604" y="59436"/>
                  </a:lnTo>
                  <a:lnTo>
                    <a:pt x="303276" y="38100"/>
                  </a:lnTo>
                  <a:lnTo>
                    <a:pt x="348996" y="21336"/>
                  </a:lnTo>
                  <a:lnTo>
                    <a:pt x="396240" y="9144"/>
                  </a:lnTo>
                  <a:lnTo>
                    <a:pt x="445008" y="1524"/>
                  </a:lnTo>
                  <a:lnTo>
                    <a:pt x="495300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33816" y="1289303"/>
              <a:ext cx="918971" cy="9220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63712" y="3012948"/>
              <a:ext cx="1059179" cy="1060703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7817541" y="2908823"/>
            <a:ext cx="215519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dirty="0">
                <a:solidFill>
                  <a:srgbClr val="FFFF00"/>
                </a:solidFill>
                <a:latin typeface="Calibri"/>
                <a:cs typeface="Calibri"/>
              </a:rPr>
              <a:t>Motos</a:t>
            </a:r>
            <a:r>
              <a:rPr sz="28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Arial"/>
                <a:cs typeface="Arial"/>
              </a:rPr>
              <a:t>78.343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4519" y="5956554"/>
            <a:ext cx="10038715" cy="1109980"/>
            <a:chOff x="334518" y="5304281"/>
            <a:chExt cx="10038715" cy="1109980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375" y="5312663"/>
              <a:ext cx="10021824" cy="10927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518" y="5304281"/>
              <a:ext cx="10038587" cy="110947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1376" y="5311139"/>
              <a:ext cx="10025380" cy="1096010"/>
            </a:xfrm>
            <a:custGeom>
              <a:avLst/>
              <a:gdLst/>
              <a:ahLst/>
              <a:cxnLst/>
              <a:rect l="l" t="t" r="r" b="b"/>
              <a:pathLst>
                <a:path w="10025380" h="1096010">
                  <a:moveTo>
                    <a:pt x="185928" y="0"/>
                  </a:moveTo>
                  <a:lnTo>
                    <a:pt x="9837420" y="0"/>
                  </a:lnTo>
                  <a:lnTo>
                    <a:pt x="9875520" y="4572"/>
                  </a:lnTo>
                  <a:lnTo>
                    <a:pt x="9942575" y="32004"/>
                  </a:lnTo>
                  <a:lnTo>
                    <a:pt x="9992867" y="82296"/>
                  </a:lnTo>
                  <a:lnTo>
                    <a:pt x="10021824" y="149352"/>
                  </a:lnTo>
                  <a:lnTo>
                    <a:pt x="10024871" y="187452"/>
                  </a:lnTo>
                  <a:lnTo>
                    <a:pt x="10024871" y="908304"/>
                  </a:lnTo>
                  <a:lnTo>
                    <a:pt x="10021824" y="946404"/>
                  </a:lnTo>
                  <a:lnTo>
                    <a:pt x="9992867" y="1013460"/>
                  </a:lnTo>
                  <a:lnTo>
                    <a:pt x="9942575" y="1063752"/>
                  </a:lnTo>
                  <a:lnTo>
                    <a:pt x="9875520" y="1092708"/>
                  </a:lnTo>
                  <a:lnTo>
                    <a:pt x="9837420" y="1095756"/>
                  </a:lnTo>
                  <a:lnTo>
                    <a:pt x="185928" y="1095756"/>
                  </a:lnTo>
                  <a:lnTo>
                    <a:pt x="114300" y="1080516"/>
                  </a:lnTo>
                  <a:lnTo>
                    <a:pt x="54864" y="1040891"/>
                  </a:lnTo>
                  <a:lnTo>
                    <a:pt x="13716" y="981456"/>
                  </a:lnTo>
                  <a:lnTo>
                    <a:pt x="0" y="908304"/>
                  </a:lnTo>
                  <a:lnTo>
                    <a:pt x="0" y="187452"/>
                  </a:lnTo>
                  <a:lnTo>
                    <a:pt x="3047" y="149352"/>
                  </a:lnTo>
                  <a:lnTo>
                    <a:pt x="32003" y="82296"/>
                  </a:lnTo>
                  <a:lnTo>
                    <a:pt x="82296" y="32004"/>
                  </a:lnTo>
                  <a:lnTo>
                    <a:pt x="149352" y="4572"/>
                  </a:lnTo>
                  <a:lnTo>
                    <a:pt x="185928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80161" y="4670489"/>
            <a:ext cx="86868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spcBef>
                <a:spcPts val="105"/>
              </a:spcBef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Carros</a:t>
            </a:r>
            <a:r>
              <a:rPr sz="2800" b="1" spc="-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Arial"/>
                <a:cs typeface="Arial"/>
              </a:rPr>
              <a:t>209.030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spcBef>
                <a:spcPts val="855"/>
              </a:spcBef>
            </a:pPr>
            <a:endParaRPr sz="2800">
              <a:latin typeface="Arial"/>
              <a:cs typeface="Arial"/>
            </a:endParaRPr>
          </a:p>
          <a:p>
            <a:pPr marR="748708" algn="ctr"/>
            <a:r>
              <a:rPr sz="3150" b="1" dirty="0">
                <a:solidFill>
                  <a:srgbClr val="FFFF00"/>
                </a:solidFill>
                <a:latin typeface="Calibri"/>
                <a:cs typeface="Calibri"/>
              </a:rPr>
              <a:t>0,85</a:t>
            </a:r>
            <a:r>
              <a:rPr sz="315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FFFF00"/>
                </a:solidFill>
                <a:latin typeface="Calibri"/>
                <a:cs typeface="Calibri"/>
              </a:rPr>
              <a:t>veículo/pessoa</a:t>
            </a:r>
            <a:endParaRPr sz="3150">
              <a:latin typeface="Calibri"/>
              <a:cs typeface="Calibri"/>
            </a:endParaRPr>
          </a:p>
          <a:p>
            <a:pPr marR="750613" algn="ctr">
              <a:spcBef>
                <a:spcPts val="15"/>
              </a:spcBef>
            </a:pPr>
            <a:r>
              <a:rPr sz="3150" b="1" dirty="0">
                <a:solidFill>
                  <a:srgbClr val="FFFF00"/>
                </a:solidFill>
                <a:latin typeface="Calibri"/>
                <a:cs typeface="Calibri"/>
              </a:rPr>
              <a:t>Custo</a:t>
            </a:r>
            <a:r>
              <a:rPr sz="3150" b="1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FFFF00"/>
                </a:solidFill>
                <a:latin typeface="Calibri"/>
                <a:cs typeface="Calibri"/>
              </a:rPr>
              <a:t>estimado</a:t>
            </a:r>
            <a:r>
              <a:rPr sz="3150" b="1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FFFF00"/>
                </a:solidFill>
                <a:latin typeface="Calibri"/>
                <a:cs typeface="Calibri"/>
              </a:rPr>
              <a:t>dos</a:t>
            </a:r>
            <a:r>
              <a:rPr sz="3150" b="1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FFFF00"/>
                </a:solidFill>
                <a:latin typeface="Calibri"/>
                <a:cs typeface="Calibri"/>
              </a:rPr>
              <a:t>sinistros:</a:t>
            </a:r>
            <a:r>
              <a:rPr sz="3150" b="1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FFFF00"/>
                </a:solidFill>
                <a:latin typeface="Calibri"/>
                <a:cs typeface="Calibri"/>
              </a:rPr>
              <a:t>R$136.000.000,00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26" name="object 5" descr="$PPTXTitle">
            <a:extLst>
              <a:ext uri="{FF2B5EF4-FFF2-40B4-BE49-F238E27FC236}">
                <a16:creationId xmlns:a16="http://schemas.microsoft.com/office/drawing/2014/main" id="{76CBBD6F-A18B-E7B0-0220-AF0422A8E9BC}"/>
              </a:ext>
            </a:extLst>
          </p:cNvPr>
          <p:cNvSpPr txBox="1">
            <a:spLocks/>
          </p:cNvSpPr>
          <p:nvPr/>
        </p:nvSpPr>
        <p:spPr>
          <a:xfrm>
            <a:off x="1084006" y="-12468"/>
            <a:ext cx="8539609" cy="1253130"/>
          </a:xfrm>
          <a:prstGeom prst="rect">
            <a:avLst/>
          </a:prstGeom>
        </p:spPr>
        <p:txBody>
          <a:bodyPr vert="horz" wrap="square" lIns="0" tIns="191991" rIns="0" bIns="0" rtlCol="0">
            <a:spAutoFit/>
          </a:bodyPr>
          <a:lstStyle>
            <a:lvl1pPr>
              <a:defRPr sz="5250" b="1" i="0">
                <a:solidFill>
                  <a:schemeClr val="bg1"/>
                </a:solidFill>
                <a:latin typeface="Candara"/>
                <a:ea typeface="+mj-ea"/>
                <a:cs typeface="Candara"/>
              </a:defRPr>
            </a:lvl1pPr>
          </a:lstStyle>
          <a:p>
            <a:pPr marL="6985" marR="5080" algn="ctr">
              <a:lnSpc>
                <a:spcPct val="100400"/>
              </a:lnSpc>
              <a:spcBef>
                <a:spcPts val="95"/>
              </a:spcBef>
            </a:pP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Frota</a:t>
            </a:r>
            <a:r>
              <a:rPr lang="pt-BR" sz="28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pt-BR" sz="28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veículos</a:t>
            </a:r>
            <a:r>
              <a:rPr lang="pt-BR" sz="28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lang="pt-BR" sz="28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população</a:t>
            </a:r>
            <a:r>
              <a:rPr lang="pt-BR" sz="28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pt-BR" sz="28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800" spc="-10" dirty="0">
                <a:solidFill>
                  <a:schemeClr val="tx1"/>
                </a:solidFill>
                <a:latin typeface="Arial"/>
                <a:cs typeface="Arial"/>
              </a:rPr>
              <a:t>Piracicaba </a:t>
            </a:r>
          </a:p>
          <a:p>
            <a:pPr marL="6985" marR="5080" algn="ctr">
              <a:lnSpc>
                <a:spcPct val="100400"/>
              </a:lnSpc>
              <a:spcBef>
                <a:spcPts val="95"/>
              </a:spcBef>
            </a:pPr>
            <a:r>
              <a:rPr lang="pt-BR" sz="2000" dirty="0">
                <a:solidFill>
                  <a:schemeClr val="tx1"/>
                </a:solidFill>
                <a:latin typeface="Arial"/>
                <a:cs typeface="Arial"/>
              </a:rPr>
              <a:t>(Censo:</a:t>
            </a:r>
            <a:r>
              <a:rPr lang="pt-BR" sz="2000" spc="-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000" spc="-10" dirty="0">
                <a:solidFill>
                  <a:schemeClr val="tx1"/>
                </a:solidFill>
                <a:latin typeface="Arial"/>
                <a:cs typeface="Arial"/>
              </a:rPr>
              <a:t>2022)</a:t>
            </a:r>
            <a:endParaRPr lang="pt-BR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lang="pt-BR" sz="2000" dirty="0">
                <a:solidFill>
                  <a:schemeClr val="tx1"/>
                </a:solidFill>
                <a:latin typeface="Arial"/>
                <a:cs typeface="Arial"/>
              </a:rPr>
              <a:t>(Frota:</a:t>
            </a:r>
            <a:r>
              <a:rPr lang="pt-BR"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pt-BR" sz="2000" spc="-10" dirty="0">
                <a:solidFill>
                  <a:schemeClr val="tx1"/>
                </a:solidFill>
                <a:latin typeface="Arial"/>
                <a:cs typeface="Arial"/>
              </a:rPr>
              <a:t>dezembro/2025)</a:t>
            </a:r>
            <a:endParaRPr lang="pt-BR"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4163" y="891064"/>
            <a:ext cx="9262110" cy="931986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905561" marR="5080" indent="-893494">
              <a:lnSpc>
                <a:spcPts val="3579"/>
              </a:lnSpc>
              <a:spcBef>
                <a:spcPts val="330"/>
              </a:spcBef>
            </a:pPr>
            <a:r>
              <a:rPr sz="4725" baseline="-1763" dirty="0">
                <a:solidFill>
                  <a:srgbClr val="FFFF00"/>
                </a:solidFill>
                <a:latin typeface="Arial"/>
                <a:cs typeface="Arial"/>
              </a:rPr>
              <a:t>3ª</a:t>
            </a:r>
            <a:r>
              <a:rPr sz="4725" spc="-75" baseline="-1763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00"/>
                </a:solidFill>
                <a:latin typeface="Arial"/>
                <a:cs typeface="Arial"/>
              </a:rPr>
              <a:t>cidade</a:t>
            </a:r>
            <a:r>
              <a:rPr sz="2800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00"/>
                </a:solidFill>
                <a:latin typeface="Arial"/>
                <a:cs typeface="Arial"/>
              </a:rPr>
              <a:t>de</a:t>
            </a:r>
            <a:r>
              <a:rPr sz="2800" spc="-4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00"/>
                </a:solidFill>
                <a:latin typeface="Arial"/>
                <a:cs typeface="Arial"/>
              </a:rPr>
              <a:t>SP</a:t>
            </a:r>
            <a:r>
              <a:rPr sz="2800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00"/>
                </a:solidFill>
                <a:latin typeface="Arial"/>
                <a:cs typeface="Arial"/>
              </a:rPr>
              <a:t>em</a:t>
            </a:r>
            <a:r>
              <a:rPr sz="280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00"/>
                </a:solidFill>
                <a:latin typeface="Arial"/>
                <a:cs typeface="Arial"/>
              </a:rPr>
              <a:t>2026</a:t>
            </a:r>
            <a:r>
              <a:rPr sz="2800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maior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taxa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mortes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no </a:t>
            </a:r>
            <a:r>
              <a:rPr sz="2800" dirty="0">
                <a:latin typeface="Arial"/>
                <a:cs typeface="Arial"/>
              </a:rPr>
              <a:t>trânsito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habitante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u="sng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nos</a:t>
            </a:r>
            <a:r>
              <a:rPr sz="2800" u="sng" spc="-80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últimos</a:t>
            </a:r>
            <a:r>
              <a:rPr sz="2800" u="sng" spc="-50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800" u="sng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12</a:t>
            </a:r>
            <a:r>
              <a:rPr sz="2800" u="sng" spc="-55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800" u="sng" spc="-10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meses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6197" y="6497843"/>
            <a:ext cx="22574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Fonte</a:t>
            </a:r>
            <a:r>
              <a:rPr sz="1050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  <a:hlinkClick r:id="rId3"/>
              </a:rPr>
              <a:t>https://www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1050" spc="-10" dirty="0">
                <a:solidFill>
                  <a:srgbClr val="FFFF00"/>
                </a:solidFill>
                <a:latin typeface="Arial MT"/>
                <a:cs typeface="Arial MT"/>
              </a:rPr>
              <a:t>infosiga.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</a:rPr>
              <a:t>sp.gov.br/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5187" y="2015489"/>
            <a:ext cx="9976485" cy="2117090"/>
            <a:chOff x="345186" y="2015489"/>
            <a:chExt cx="9976485" cy="211709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2020823"/>
              <a:ext cx="9971531" cy="7848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186" y="2015489"/>
              <a:ext cx="9976104" cy="7909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8996" y="2019299"/>
              <a:ext cx="9968865" cy="783590"/>
            </a:xfrm>
            <a:custGeom>
              <a:avLst/>
              <a:gdLst/>
              <a:ahLst/>
              <a:cxnLst/>
              <a:rect l="l" t="t" r="r" b="b"/>
              <a:pathLst>
                <a:path w="9968865" h="783589">
                  <a:moveTo>
                    <a:pt x="132587" y="0"/>
                  </a:moveTo>
                  <a:lnTo>
                    <a:pt x="9834371" y="0"/>
                  </a:lnTo>
                  <a:lnTo>
                    <a:pt x="9861804" y="3048"/>
                  </a:lnTo>
                  <a:lnTo>
                    <a:pt x="9909048" y="22859"/>
                  </a:lnTo>
                  <a:lnTo>
                    <a:pt x="9945623" y="57912"/>
                  </a:lnTo>
                  <a:lnTo>
                    <a:pt x="9965435" y="106679"/>
                  </a:lnTo>
                  <a:lnTo>
                    <a:pt x="9968484" y="132588"/>
                  </a:lnTo>
                  <a:lnTo>
                    <a:pt x="9968484" y="650747"/>
                  </a:lnTo>
                  <a:lnTo>
                    <a:pt x="9957816" y="702564"/>
                  </a:lnTo>
                  <a:lnTo>
                    <a:pt x="9928859" y="745235"/>
                  </a:lnTo>
                  <a:lnTo>
                    <a:pt x="9886188" y="774191"/>
                  </a:lnTo>
                  <a:lnTo>
                    <a:pt x="9834371" y="783335"/>
                  </a:lnTo>
                  <a:lnTo>
                    <a:pt x="132587" y="783335"/>
                  </a:lnTo>
                  <a:lnTo>
                    <a:pt x="80771" y="774191"/>
                  </a:lnTo>
                  <a:lnTo>
                    <a:pt x="38099" y="745235"/>
                  </a:lnTo>
                  <a:lnTo>
                    <a:pt x="9143" y="702564"/>
                  </a:lnTo>
                  <a:lnTo>
                    <a:pt x="0" y="650747"/>
                  </a:lnTo>
                  <a:lnTo>
                    <a:pt x="0" y="132588"/>
                  </a:lnTo>
                  <a:lnTo>
                    <a:pt x="9143" y="80772"/>
                  </a:lnTo>
                  <a:lnTo>
                    <a:pt x="38099" y="38100"/>
                  </a:lnTo>
                  <a:lnTo>
                    <a:pt x="80771" y="10668"/>
                  </a:lnTo>
                  <a:lnTo>
                    <a:pt x="132587" y="0"/>
                  </a:lnTo>
                  <a:close/>
                </a:path>
              </a:pathLst>
            </a:custGeom>
            <a:ln w="76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947" y="3342132"/>
              <a:ext cx="9971531" cy="7848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186" y="3339846"/>
              <a:ext cx="9976104" cy="7924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8996" y="3343656"/>
              <a:ext cx="9968865" cy="784860"/>
            </a:xfrm>
            <a:custGeom>
              <a:avLst/>
              <a:gdLst/>
              <a:ahLst/>
              <a:cxnLst/>
              <a:rect l="l" t="t" r="r" b="b"/>
              <a:pathLst>
                <a:path w="9968865" h="784860">
                  <a:moveTo>
                    <a:pt x="132587" y="0"/>
                  </a:moveTo>
                  <a:lnTo>
                    <a:pt x="9834371" y="0"/>
                  </a:lnTo>
                  <a:lnTo>
                    <a:pt x="9861804" y="3048"/>
                  </a:lnTo>
                  <a:lnTo>
                    <a:pt x="9909048" y="22859"/>
                  </a:lnTo>
                  <a:lnTo>
                    <a:pt x="9945623" y="59436"/>
                  </a:lnTo>
                  <a:lnTo>
                    <a:pt x="9965435" y="106679"/>
                  </a:lnTo>
                  <a:lnTo>
                    <a:pt x="9968484" y="132588"/>
                  </a:lnTo>
                  <a:lnTo>
                    <a:pt x="9968484" y="650747"/>
                  </a:lnTo>
                  <a:lnTo>
                    <a:pt x="9957816" y="702564"/>
                  </a:lnTo>
                  <a:lnTo>
                    <a:pt x="9928859" y="745235"/>
                  </a:lnTo>
                  <a:lnTo>
                    <a:pt x="9886188" y="774191"/>
                  </a:lnTo>
                  <a:lnTo>
                    <a:pt x="9834371" y="784860"/>
                  </a:lnTo>
                  <a:lnTo>
                    <a:pt x="132587" y="784860"/>
                  </a:lnTo>
                  <a:lnTo>
                    <a:pt x="80771" y="774191"/>
                  </a:lnTo>
                  <a:lnTo>
                    <a:pt x="38099" y="745235"/>
                  </a:lnTo>
                  <a:lnTo>
                    <a:pt x="9143" y="702564"/>
                  </a:lnTo>
                  <a:lnTo>
                    <a:pt x="0" y="650747"/>
                  </a:lnTo>
                  <a:lnTo>
                    <a:pt x="0" y="132588"/>
                  </a:lnTo>
                  <a:lnTo>
                    <a:pt x="9143" y="82296"/>
                  </a:lnTo>
                  <a:lnTo>
                    <a:pt x="38099" y="39624"/>
                  </a:lnTo>
                  <a:lnTo>
                    <a:pt x="80771" y="10668"/>
                  </a:lnTo>
                  <a:lnTo>
                    <a:pt x="132587" y="0"/>
                  </a:lnTo>
                  <a:close/>
                </a:path>
              </a:pathLst>
            </a:custGeom>
            <a:ln w="76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9290" y="2175755"/>
            <a:ext cx="9164955" cy="1729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Abr/2025</a:t>
            </a:r>
            <a:r>
              <a:rPr sz="2800" b="1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–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Março/2026:</a:t>
            </a:r>
            <a:r>
              <a:rPr sz="2800" b="1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15,78</a:t>
            </a:r>
            <a:r>
              <a:rPr sz="2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óbitos/100mil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hab.</a:t>
            </a:r>
            <a:r>
              <a:rPr sz="28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(68</a:t>
            </a:r>
            <a:r>
              <a:rPr sz="28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óbitos)</a:t>
            </a:r>
            <a:endParaRPr sz="2800">
              <a:latin typeface="Calibri"/>
              <a:cs typeface="Calibri"/>
            </a:endParaRPr>
          </a:p>
          <a:p>
            <a:pPr>
              <a:spcBef>
                <a:spcPts val="3326"/>
              </a:spcBef>
            </a:pP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1ª</a:t>
            </a:r>
            <a:r>
              <a:rPr sz="28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São</a:t>
            </a:r>
            <a:r>
              <a:rPr sz="28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Vicente:</a:t>
            </a:r>
            <a:r>
              <a:rPr sz="2800" b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17,13</a:t>
            </a:r>
            <a:r>
              <a:rPr sz="2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óbitos/100mil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hab.</a:t>
            </a:r>
            <a:r>
              <a:rPr sz="28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(56</a:t>
            </a:r>
            <a:r>
              <a:rPr sz="28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óbitos)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5186" y="5398771"/>
            <a:ext cx="9976104" cy="790955"/>
            <a:chOff x="345186" y="5398770"/>
            <a:chExt cx="9976104" cy="79095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rcRect t="568" b="568"/>
            <a:stretch>
              <a:fillRect/>
            </a:stretch>
          </p:blipFill>
          <p:spPr>
            <a:xfrm>
              <a:off x="345947" y="5399532"/>
              <a:ext cx="9971531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186" y="5398770"/>
              <a:ext cx="9976104" cy="7909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8996" y="5402580"/>
              <a:ext cx="9968865" cy="783590"/>
            </a:xfrm>
            <a:custGeom>
              <a:avLst/>
              <a:gdLst/>
              <a:ahLst/>
              <a:cxnLst/>
              <a:rect l="l" t="t" r="r" b="b"/>
              <a:pathLst>
                <a:path w="9968865" h="783589">
                  <a:moveTo>
                    <a:pt x="132587" y="0"/>
                  </a:moveTo>
                  <a:lnTo>
                    <a:pt x="9834371" y="0"/>
                  </a:lnTo>
                  <a:lnTo>
                    <a:pt x="9861804" y="1524"/>
                  </a:lnTo>
                  <a:lnTo>
                    <a:pt x="9909048" y="22859"/>
                  </a:lnTo>
                  <a:lnTo>
                    <a:pt x="9945623" y="57912"/>
                  </a:lnTo>
                  <a:lnTo>
                    <a:pt x="9965435" y="106679"/>
                  </a:lnTo>
                  <a:lnTo>
                    <a:pt x="9968484" y="132588"/>
                  </a:lnTo>
                  <a:lnTo>
                    <a:pt x="9968484" y="650747"/>
                  </a:lnTo>
                  <a:lnTo>
                    <a:pt x="9957816" y="702564"/>
                  </a:lnTo>
                  <a:lnTo>
                    <a:pt x="9928859" y="745235"/>
                  </a:lnTo>
                  <a:lnTo>
                    <a:pt x="9886188" y="772668"/>
                  </a:lnTo>
                  <a:lnTo>
                    <a:pt x="9834371" y="783335"/>
                  </a:lnTo>
                  <a:lnTo>
                    <a:pt x="132587" y="783335"/>
                  </a:lnTo>
                  <a:lnTo>
                    <a:pt x="80771" y="772668"/>
                  </a:lnTo>
                  <a:lnTo>
                    <a:pt x="38099" y="745235"/>
                  </a:lnTo>
                  <a:lnTo>
                    <a:pt x="9143" y="702564"/>
                  </a:lnTo>
                  <a:lnTo>
                    <a:pt x="0" y="650747"/>
                  </a:lnTo>
                  <a:lnTo>
                    <a:pt x="0" y="132588"/>
                  </a:lnTo>
                  <a:lnTo>
                    <a:pt x="9143" y="80772"/>
                  </a:lnTo>
                  <a:lnTo>
                    <a:pt x="38099" y="38100"/>
                  </a:lnTo>
                  <a:lnTo>
                    <a:pt x="80771" y="9144"/>
                  </a:lnTo>
                  <a:lnTo>
                    <a:pt x="132587" y="0"/>
                  </a:lnTo>
                  <a:close/>
                </a:path>
              </a:pathLst>
            </a:custGeom>
            <a:ln w="76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3618" y="5332022"/>
            <a:ext cx="975550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24185" marR="5080" indent="-3812119">
              <a:spcBef>
                <a:spcPts val="10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Piracicaba</a:t>
            </a:r>
            <a:r>
              <a:rPr sz="2800" b="1" spc="-9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foi</a:t>
            </a:r>
            <a:r>
              <a:rPr sz="280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8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1ª</a:t>
            </a:r>
            <a:r>
              <a:rPr sz="280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em</a:t>
            </a:r>
            <a:r>
              <a:rPr sz="280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2024/2025:</a:t>
            </a:r>
            <a:r>
              <a:rPr sz="2800" b="1" spc="-10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17,09/19,20</a:t>
            </a:r>
            <a:r>
              <a:rPr sz="2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óbitos/100mil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hab.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(76/74</a:t>
            </a:r>
            <a:r>
              <a:rPr sz="2800" b="1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óbitos)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36196" y="6497843"/>
            <a:ext cx="225679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Arial"/>
                <a:cs typeface="Arial"/>
              </a:rPr>
              <a:t>Fonte</a:t>
            </a:r>
            <a:r>
              <a:rPr sz="1050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  <a:hlinkClick r:id="rId3"/>
              </a:rPr>
              <a:t>https://www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sz="1050" spc="-10" dirty="0">
                <a:solidFill>
                  <a:srgbClr val="FFFF00"/>
                </a:solidFill>
                <a:latin typeface="Arial MT"/>
                <a:cs typeface="Arial MT"/>
              </a:rPr>
              <a:t>infosiga</a:t>
            </a:r>
            <a:r>
              <a:rPr sz="1050" spc="-10" dirty="0">
                <a:solidFill>
                  <a:srgbClr val="FFFFFF"/>
                </a:solidFill>
                <a:latin typeface="Arial MT"/>
                <a:cs typeface="Arial MT"/>
              </a:rPr>
              <a:t>.sp.gov.br/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7439" y="1445386"/>
            <a:ext cx="3101975" cy="3686810"/>
            <a:chOff x="337438" y="1445386"/>
            <a:chExt cx="3101975" cy="368681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1455420"/>
              <a:ext cx="3083051" cy="36697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565" y="1445513"/>
              <a:ext cx="3101339" cy="36865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4423" y="1452371"/>
              <a:ext cx="3088005" cy="3672840"/>
            </a:xfrm>
            <a:custGeom>
              <a:avLst/>
              <a:gdLst/>
              <a:ahLst/>
              <a:cxnLst/>
              <a:rect l="l" t="t" r="r" b="b"/>
              <a:pathLst>
                <a:path w="3088004" h="3672840">
                  <a:moveTo>
                    <a:pt x="205740" y="0"/>
                  </a:moveTo>
                  <a:lnTo>
                    <a:pt x="2883407" y="0"/>
                  </a:lnTo>
                  <a:lnTo>
                    <a:pt x="2923031" y="4572"/>
                  </a:lnTo>
                  <a:lnTo>
                    <a:pt x="2962656" y="16764"/>
                  </a:lnTo>
                  <a:lnTo>
                    <a:pt x="2997707" y="35052"/>
                  </a:lnTo>
                  <a:lnTo>
                    <a:pt x="3028188" y="60960"/>
                  </a:lnTo>
                  <a:lnTo>
                    <a:pt x="3052572" y="91439"/>
                  </a:lnTo>
                  <a:lnTo>
                    <a:pt x="3072383" y="126491"/>
                  </a:lnTo>
                  <a:lnTo>
                    <a:pt x="3084575" y="164592"/>
                  </a:lnTo>
                  <a:lnTo>
                    <a:pt x="3087623" y="205740"/>
                  </a:lnTo>
                  <a:lnTo>
                    <a:pt x="3087623" y="3467100"/>
                  </a:lnTo>
                  <a:lnTo>
                    <a:pt x="3084575" y="3508248"/>
                  </a:lnTo>
                  <a:lnTo>
                    <a:pt x="3072383" y="3547872"/>
                  </a:lnTo>
                  <a:lnTo>
                    <a:pt x="3052572" y="3582924"/>
                  </a:lnTo>
                  <a:lnTo>
                    <a:pt x="3028188" y="3613403"/>
                  </a:lnTo>
                  <a:lnTo>
                    <a:pt x="2997707" y="3637788"/>
                  </a:lnTo>
                  <a:lnTo>
                    <a:pt x="2962656" y="3657600"/>
                  </a:lnTo>
                  <a:lnTo>
                    <a:pt x="2923031" y="3668267"/>
                  </a:lnTo>
                  <a:lnTo>
                    <a:pt x="2883407" y="3672840"/>
                  </a:lnTo>
                  <a:lnTo>
                    <a:pt x="205740" y="3672840"/>
                  </a:lnTo>
                  <a:lnTo>
                    <a:pt x="164592" y="3668267"/>
                  </a:lnTo>
                  <a:lnTo>
                    <a:pt x="126492" y="3657600"/>
                  </a:lnTo>
                  <a:lnTo>
                    <a:pt x="91440" y="3637788"/>
                  </a:lnTo>
                  <a:lnTo>
                    <a:pt x="60960" y="3613403"/>
                  </a:lnTo>
                  <a:lnTo>
                    <a:pt x="35052" y="3582924"/>
                  </a:lnTo>
                  <a:lnTo>
                    <a:pt x="16764" y="3547872"/>
                  </a:lnTo>
                  <a:lnTo>
                    <a:pt x="4571" y="3508248"/>
                  </a:lnTo>
                  <a:lnTo>
                    <a:pt x="0" y="3467100"/>
                  </a:lnTo>
                  <a:lnTo>
                    <a:pt x="0" y="205740"/>
                  </a:lnTo>
                  <a:lnTo>
                    <a:pt x="4571" y="164592"/>
                  </a:lnTo>
                  <a:lnTo>
                    <a:pt x="16764" y="126491"/>
                  </a:lnTo>
                  <a:lnTo>
                    <a:pt x="35052" y="91439"/>
                  </a:lnTo>
                  <a:lnTo>
                    <a:pt x="60960" y="60960"/>
                  </a:lnTo>
                  <a:lnTo>
                    <a:pt x="91440" y="35052"/>
                  </a:lnTo>
                  <a:lnTo>
                    <a:pt x="126492" y="16764"/>
                  </a:lnTo>
                  <a:lnTo>
                    <a:pt x="164592" y="4572"/>
                  </a:lnTo>
                  <a:lnTo>
                    <a:pt x="205740" y="0"/>
                  </a:lnTo>
                  <a:close/>
                </a:path>
              </a:pathLst>
            </a:custGeom>
            <a:ln w="1371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0159" y="1869948"/>
              <a:ext cx="1214627" cy="12100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0856" y="3213565"/>
            <a:ext cx="2136775" cy="11548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210"/>
              </a:lnSpc>
              <a:spcBef>
                <a:spcPts val="105"/>
              </a:spcBef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81%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Homens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ts val="3180"/>
              </a:lnSpc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19%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Mulheres</a:t>
            </a:r>
            <a:endParaRPr sz="2800">
              <a:latin typeface="Calibri"/>
              <a:cs typeface="Calibri"/>
            </a:endParaRPr>
          </a:p>
          <a:p>
            <a:pPr marR="10796" algn="ctr">
              <a:lnSpc>
                <a:spcPts val="2490"/>
              </a:lnSpc>
            </a:pP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53%</a:t>
            </a:r>
            <a:r>
              <a:rPr sz="2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Condutores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73119" y="1445386"/>
            <a:ext cx="6482080" cy="3686810"/>
            <a:chOff x="3873119" y="1445386"/>
            <a:chExt cx="6482080" cy="368681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3152" y="1455420"/>
              <a:ext cx="2933700" cy="36697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73246" y="1445513"/>
              <a:ext cx="2950464" cy="36865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80104" y="1452371"/>
              <a:ext cx="2936875" cy="3672840"/>
            </a:xfrm>
            <a:custGeom>
              <a:avLst/>
              <a:gdLst/>
              <a:ahLst/>
              <a:cxnLst/>
              <a:rect l="l" t="t" r="r" b="b"/>
              <a:pathLst>
                <a:path w="2936875" h="3672840">
                  <a:moveTo>
                    <a:pt x="166116" y="0"/>
                  </a:moveTo>
                  <a:lnTo>
                    <a:pt x="2772156" y="0"/>
                  </a:lnTo>
                  <a:lnTo>
                    <a:pt x="2804159" y="4572"/>
                  </a:lnTo>
                  <a:lnTo>
                    <a:pt x="2863596" y="28956"/>
                  </a:lnTo>
                  <a:lnTo>
                    <a:pt x="2909316" y="73152"/>
                  </a:lnTo>
                  <a:lnTo>
                    <a:pt x="2933699" y="132588"/>
                  </a:lnTo>
                  <a:lnTo>
                    <a:pt x="2936748" y="166116"/>
                  </a:lnTo>
                  <a:lnTo>
                    <a:pt x="2936748" y="3506724"/>
                  </a:lnTo>
                  <a:lnTo>
                    <a:pt x="2924556" y="3572256"/>
                  </a:lnTo>
                  <a:lnTo>
                    <a:pt x="2887980" y="3624072"/>
                  </a:lnTo>
                  <a:lnTo>
                    <a:pt x="2836164" y="3660648"/>
                  </a:lnTo>
                  <a:lnTo>
                    <a:pt x="2772156" y="3672840"/>
                  </a:lnTo>
                  <a:lnTo>
                    <a:pt x="166116" y="3672840"/>
                  </a:lnTo>
                  <a:lnTo>
                    <a:pt x="100584" y="3660648"/>
                  </a:lnTo>
                  <a:lnTo>
                    <a:pt x="48768" y="3624072"/>
                  </a:lnTo>
                  <a:lnTo>
                    <a:pt x="12192" y="3572256"/>
                  </a:lnTo>
                  <a:lnTo>
                    <a:pt x="0" y="3506724"/>
                  </a:lnTo>
                  <a:lnTo>
                    <a:pt x="0" y="166116"/>
                  </a:lnTo>
                  <a:lnTo>
                    <a:pt x="12192" y="102108"/>
                  </a:lnTo>
                  <a:lnTo>
                    <a:pt x="48768" y="48768"/>
                  </a:lnTo>
                  <a:lnTo>
                    <a:pt x="100584" y="13716"/>
                  </a:lnTo>
                  <a:lnTo>
                    <a:pt x="166116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1860" y="1455420"/>
              <a:ext cx="3084575" cy="36697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53477" y="1445513"/>
              <a:ext cx="3101340" cy="36865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260335" y="1452371"/>
              <a:ext cx="3088005" cy="3672840"/>
            </a:xfrm>
            <a:custGeom>
              <a:avLst/>
              <a:gdLst/>
              <a:ahLst/>
              <a:cxnLst/>
              <a:rect l="l" t="t" r="r" b="b"/>
              <a:pathLst>
                <a:path w="3088004" h="3672840">
                  <a:moveTo>
                    <a:pt x="173735" y="0"/>
                  </a:moveTo>
                  <a:lnTo>
                    <a:pt x="2913887" y="0"/>
                  </a:lnTo>
                  <a:lnTo>
                    <a:pt x="2948939" y="4572"/>
                  </a:lnTo>
                  <a:lnTo>
                    <a:pt x="3011424" y="30480"/>
                  </a:lnTo>
                  <a:lnTo>
                    <a:pt x="3058668" y="77724"/>
                  </a:lnTo>
                  <a:lnTo>
                    <a:pt x="3084576" y="140208"/>
                  </a:lnTo>
                  <a:lnTo>
                    <a:pt x="3087624" y="173736"/>
                  </a:lnTo>
                  <a:lnTo>
                    <a:pt x="3087624" y="3499103"/>
                  </a:lnTo>
                  <a:lnTo>
                    <a:pt x="3073908" y="3566159"/>
                  </a:lnTo>
                  <a:lnTo>
                    <a:pt x="3037332" y="3622548"/>
                  </a:lnTo>
                  <a:lnTo>
                    <a:pt x="2982468" y="3659124"/>
                  </a:lnTo>
                  <a:lnTo>
                    <a:pt x="2913887" y="3672840"/>
                  </a:lnTo>
                  <a:lnTo>
                    <a:pt x="173735" y="3672840"/>
                  </a:lnTo>
                  <a:lnTo>
                    <a:pt x="106679" y="3659124"/>
                  </a:lnTo>
                  <a:lnTo>
                    <a:pt x="51815" y="3622548"/>
                  </a:lnTo>
                  <a:lnTo>
                    <a:pt x="13716" y="3566159"/>
                  </a:lnTo>
                  <a:lnTo>
                    <a:pt x="0" y="3499103"/>
                  </a:lnTo>
                  <a:lnTo>
                    <a:pt x="0" y="173736"/>
                  </a:lnTo>
                  <a:lnTo>
                    <a:pt x="13716" y="106679"/>
                  </a:lnTo>
                  <a:lnTo>
                    <a:pt x="51815" y="51816"/>
                  </a:lnTo>
                  <a:lnTo>
                    <a:pt x="106679" y="13716"/>
                  </a:lnTo>
                  <a:lnTo>
                    <a:pt x="173735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93117" y="3084014"/>
            <a:ext cx="1868805" cy="11548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45">
              <a:lnSpc>
                <a:spcPts val="3235"/>
              </a:lnSpc>
              <a:spcBef>
                <a:spcPts val="105"/>
              </a:spcBef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35%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Motos</a:t>
            </a:r>
            <a:endParaRPr sz="2800">
              <a:latin typeface="Calibri"/>
              <a:cs typeface="Calibri"/>
            </a:endParaRPr>
          </a:p>
          <a:p>
            <a:pPr marL="62868">
              <a:lnSpc>
                <a:spcPts val="2375"/>
              </a:lnSpc>
            </a:pP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17%</a:t>
            </a:r>
            <a:r>
              <a:rPr sz="2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Automóvel</a:t>
            </a:r>
            <a:endParaRPr sz="2100">
              <a:latin typeface="Calibri"/>
              <a:cs typeface="Calibri"/>
            </a:endParaRPr>
          </a:p>
          <a:p>
            <a:pPr marL="12701">
              <a:lnSpc>
                <a:spcPts val="3340"/>
              </a:lnSpc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20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29</a:t>
            </a:r>
            <a:r>
              <a:rPr sz="28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anos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25924" y="1879092"/>
            <a:ext cx="4643755" cy="1301750"/>
            <a:chOff x="4725923" y="1879092"/>
            <a:chExt cx="4643755" cy="130175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5923" y="1879092"/>
              <a:ext cx="1205483" cy="12009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3315" y="2052828"/>
              <a:ext cx="1126235" cy="11277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91124" y="3420955"/>
            <a:ext cx="2453005" cy="8342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235"/>
              </a:lnSpc>
              <a:spcBef>
                <a:spcPts val="105"/>
              </a:spcBef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52%</a:t>
            </a:r>
            <a:r>
              <a:rPr sz="280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Vias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Munic.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ts val="3235"/>
              </a:lnSpc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42%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Rodovias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353953" y="727821"/>
            <a:ext cx="10736632" cy="576908"/>
          </a:xfrm>
          <a:prstGeom prst="rect">
            <a:avLst/>
          </a:prstGeom>
        </p:spPr>
        <p:txBody>
          <a:bodyPr vert="horz" wrap="square" lIns="0" tIns="91269" rIns="0" bIns="0" rtlCol="0">
            <a:spAutoFit/>
          </a:bodyPr>
          <a:lstStyle/>
          <a:p>
            <a:pPr marL="1484714">
              <a:spcBef>
                <a:spcPts val="105"/>
              </a:spcBef>
            </a:pPr>
            <a:r>
              <a:rPr sz="3150" dirty="0">
                <a:solidFill>
                  <a:srgbClr val="FFFF00"/>
                </a:solidFill>
                <a:latin typeface="Arial"/>
                <a:cs typeface="Arial"/>
              </a:rPr>
              <a:t>Perfil</a:t>
            </a:r>
            <a:r>
              <a:rPr sz="315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150" dirty="0">
                <a:solidFill>
                  <a:srgbClr val="FFFF00"/>
                </a:solidFill>
                <a:latin typeface="Arial"/>
                <a:cs typeface="Arial"/>
              </a:rPr>
              <a:t>das</a:t>
            </a:r>
            <a:r>
              <a:rPr sz="315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150" dirty="0">
                <a:solidFill>
                  <a:srgbClr val="FFFF00"/>
                </a:solidFill>
                <a:latin typeface="Arial"/>
                <a:cs typeface="Arial"/>
              </a:rPr>
              <a:t>vítimas</a:t>
            </a:r>
            <a:r>
              <a:rPr sz="315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FFFF00"/>
                </a:solidFill>
                <a:latin typeface="Arial"/>
                <a:cs typeface="Arial"/>
              </a:rPr>
              <a:t>(2015/2026)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33425"/>
            <a:ext cx="10692384" cy="6013703"/>
            <a:chOff x="0" y="733425"/>
            <a:chExt cx="10692384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33425"/>
              <a:ext cx="10692384" cy="60137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955" y="1240536"/>
              <a:ext cx="10647045" cy="5435600"/>
            </a:xfrm>
            <a:custGeom>
              <a:avLst/>
              <a:gdLst/>
              <a:ahLst/>
              <a:cxnLst/>
              <a:rect l="l" t="t" r="r" b="b"/>
              <a:pathLst>
                <a:path w="10647045" h="5435600">
                  <a:moveTo>
                    <a:pt x="10491092" y="169905"/>
                  </a:moveTo>
                  <a:lnTo>
                    <a:pt x="10424159" y="127000"/>
                  </a:lnTo>
                  <a:lnTo>
                    <a:pt x="10646664" y="0"/>
                  </a:lnTo>
                  <a:lnTo>
                    <a:pt x="10633253" y="139700"/>
                  </a:lnTo>
                  <a:lnTo>
                    <a:pt x="10511028" y="139700"/>
                  </a:lnTo>
                  <a:lnTo>
                    <a:pt x="10491092" y="169905"/>
                  </a:lnTo>
                  <a:close/>
                </a:path>
                <a:path w="10647045" h="5435600">
                  <a:moveTo>
                    <a:pt x="10554812" y="210751"/>
                  </a:moveTo>
                  <a:lnTo>
                    <a:pt x="10491092" y="169905"/>
                  </a:lnTo>
                  <a:lnTo>
                    <a:pt x="10511028" y="139700"/>
                  </a:lnTo>
                  <a:lnTo>
                    <a:pt x="10576559" y="177800"/>
                  </a:lnTo>
                  <a:lnTo>
                    <a:pt x="10554812" y="210751"/>
                  </a:lnTo>
                  <a:close/>
                </a:path>
                <a:path w="10647045" h="5435600">
                  <a:moveTo>
                    <a:pt x="10622280" y="254000"/>
                  </a:moveTo>
                  <a:lnTo>
                    <a:pt x="10554812" y="210751"/>
                  </a:lnTo>
                  <a:lnTo>
                    <a:pt x="10576559" y="177800"/>
                  </a:lnTo>
                  <a:lnTo>
                    <a:pt x="10511028" y="139700"/>
                  </a:lnTo>
                  <a:lnTo>
                    <a:pt x="10633253" y="139700"/>
                  </a:lnTo>
                  <a:lnTo>
                    <a:pt x="10622280" y="254000"/>
                  </a:lnTo>
                  <a:close/>
                </a:path>
                <a:path w="10647045" h="5435600">
                  <a:moveTo>
                    <a:pt x="10438384" y="381000"/>
                  </a:moveTo>
                  <a:lnTo>
                    <a:pt x="10340340" y="381000"/>
                  </a:lnTo>
                  <a:lnTo>
                    <a:pt x="10357104" y="355600"/>
                  </a:lnTo>
                  <a:lnTo>
                    <a:pt x="10372344" y="330200"/>
                  </a:lnTo>
                  <a:lnTo>
                    <a:pt x="10387584" y="317500"/>
                  </a:lnTo>
                  <a:lnTo>
                    <a:pt x="10401300" y="292100"/>
                  </a:lnTo>
                  <a:lnTo>
                    <a:pt x="10428732" y="266700"/>
                  </a:lnTo>
                  <a:lnTo>
                    <a:pt x="10454640" y="228600"/>
                  </a:lnTo>
                  <a:lnTo>
                    <a:pt x="10477500" y="190500"/>
                  </a:lnTo>
                  <a:lnTo>
                    <a:pt x="10491092" y="169905"/>
                  </a:lnTo>
                  <a:lnTo>
                    <a:pt x="10554812" y="210751"/>
                  </a:lnTo>
                  <a:lnTo>
                    <a:pt x="10543032" y="228600"/>
                  </a:lnTo>
                  <a:lnTo>
                    <a:pt x="10518648" y="266700"/>
                  </a:lnTo>
                  <a:lnTo>
                    <a:pt x="10463784" y="342900"/>
                  </a:lnTo>
                  <a:lnTo>
                    <a:pt x="10448544" y="368300"/>
                  </a:lnTo>
                  <a:lnTo>
                    <a:pt x="10438384" y="381000"/>
                  </a:lnTo>
                  <a:close/>
                </a:path>
                <a:path w="10647045" h="5435600">
                  <a:moveTo>
                    <a:pt x="7879080" y="2463800"/>
                  </a:moveTo>
                  <a:lnTo>
                    <a:pt x="7498080" y="2463800"/>
                  </a:lnTo>
                  <a:lnTo>
                    <a:pt x="7587996" y="2438400"/>
                  </a:lnTo>
                  <a:lnTo>
                    <a:pt x="7629144" y="2438400"/>
                  </a:lnTo>
                  <a:lnTo>
                    <a:pt x="7671816" y="2425700"/>
                  </a:lnTo>
                  <a:lnTo>
                    <a:pt x="7670292" y="2425700"/>
                  </a:lnTo>
                  <a:lnTo>
                    <a:pt x="7711440" y="2413000"/>
                  </a:lnTo>
                  <a:lnTo>
                    <a:pt x="7787640" y="2400300"/>
                  </a:lnTo>
                  <a:lnTo>
                    <a:pt x="7824216" y="2387600"/>
                  </a:lnTo>
                  <a:lnTo>
                    <a:pt x="7894320" y="2374900"/>
                  </a:lnTo>
                  <a:lnTo>
                    <a:pt x="7892796" y="2374900"/>
                  </a:lnTo>
                  <a:lnTo>
                    <a:pt x="7927848" y="2362200"/>
                  </a:lnTo>
                  <a:lnTo>
                    <a:pt x="7926324" y="2362200"/>
                  </a:lnTo>
                  <a:lnTo>
                    <a:pt x="7959851" y="2349500"/>
                  </a:lnTo>
                  <a:lnTo>
                    <a:pt x="7991856" y="2349500"/>
                  </a:lnTo>
                  <a:lnTo>
                    <a:pt x="8083296" y="2311400"/>
                  </a:lnTo>
                  <a:lnTo>
                    <a:pt x="8112251" y="2311400"/>
                  </a:lnTo>
                  <a:lnTo>
                    <a:pt x="8141208" y="2298700"/>
                  </a:lnTo>
                  <a:lnTo>
                    <a:pt x="8139684" y="2298700"/>
                  </a:lnTo>
                  <a:lnTo>
                    <a:pt x="8196072" y="2273300"/>
                  </a:lnTo>
                  <a:lnTo>
                    <a:pt x="8194548" y="2273300"/>
                  </a:lnTo>
                  <a:lnTo>
                    <a:pt x="8249412" y="2260600"/>
                  </a:lnTo>
                  <a:lnTo>
                    <a:pt x="8302751" y="2235200"/>
                  </a:lnTo>
                  <a:lnTo>
                    <a:pt x="8301228" y="2235200"/>
                  </a:lnTo>
                  <a:lnTo>
                    <a:pt x="8404860" y="2184400"/>
                  </a:lnTo>
                  <a:lnTo>
                    <a:pt x="8403336" y="2184400"/>
                  </a:lnTo>
                  <a:lnTo>
                    <a:pt x="8506967" y="2133600"/>
                  </a:lnTo>
                  <a:lnTo>
                    <a:pt x="8505444" y="2133600"/>
                  </a:lnTo>
                  <a:lnTo>
                    <a:pt x="8531351" y="2120900"/>
                  </a:lnTo>
                  <a:lnTo>
                    <a:pt x="8555736" y="2108200"/>
                  </a:lnTo>
                  <a:lnTo>
                    <a:pt x="8554212" y="2108200"/>
                  </a:lnTo>
                  <a:lnTo>
                    <a:pt x="8578596" y="2082800"/>
                  </a:lnTo>
                  <a:lnTo>
                    <a:pt x="8577072" y="2082800"/>
                  </a:lnTo>
                  <a:lnTo>
                    <a:pt x="8599932" y="2070100"/>
                  </a:lnTo>
                  <a:lnTo>
                    <a:pt x="8642604" y="2044700"/>
                  </a:lnTo>
                  <a:lnTo>
                    <a:pt x="8641080" y="2044700"/>
                  </a:lnTo>
                  <a:lnTo>
                    <a:pt x="8662416" y="2032000"/>
                  </a:lnTo>
                  <a:lnTo>
                    <a:pt x="8660892" y="2032000"/>
                  </a:lnTo>
                  <a:lnTo>
                    <a:pt x="8680704" y="2019300"/>
                  </a:lnTo>
                  <a:lnTo>
                    <a:pt x="8718804" y="1981200"/>
                  </a:lnTo>
                  <a:lnTo>
                    <a:pt x="8717280" y="1981200"/>
                  </a:lnTo>
                  <a:lnTo>
                    <a:pt x="8753856" y="1955800"/>
                  </a:lnTo>
                  <a:lnTo>
                    <a:pt x="8752332" y="1955800"/>
                  </a:lnTo>
                  <a:lnTo>
                    <a:pt x="8788908" y="1917700"/>
                  </a:lnTo>
                  <a:lnTo>
                    <a:pt x="8787384" y="1917700"/>
                  </a:lnTo>
                  <a:lnTo>
                    <a:pt x="8857488" y="1854200"/>
                  </a:lnTo>
                  <a:lnTo>
                    <a:pt x="8892540" y="1816100"/>
                  </a:lnTo>
                  <a:lnTo>
                    <a:pt x="8929116" y="1778000"/>
                  </a:lnTo>
                  <a:lnTo>
                    <a:pt x="8967216" y="1739900"/>
                  </a:lnTo>
                  <a:lnTo>
                    <a:pt x="8987028" y="1714500"/>
                  </a:lnTo>
                  <a:lnTo>
                    <a:pt x="9029700" y="1676400"/>
                  </a:lnTo>
                  <a:lnTo>
                    <a:pt x="9051036" y="1651000"/>
                  </a:lnTo>
                  <a:lnTo>
                    <a:pt x="9075420" y="1625600"/>
                  </a:lnTo>
                  <a:lnTo>
                    <a:pt x="9098280" y="1600200"/>
                  </a:lnTo>
                  <a:lnTo>
                    <a:pt x="9150096" y="1549400"/>
                  </a:lnTo>
                  <a:lnTo>
                    <a:pt x="9204960" y="1498600"/>
                  </a:lnTo>
                  <a:lnTo>
                    <a:pt x="9235440" y="1473200"/>
                  </a:lnTo>
                  <a:lnTo>
                    <a:pt x="9296400" y="1409700"/>
                  </a:lnTo>
                  <a:lnTo>
                    <a:pt x="9328404" y="1384300"/>
                  </a:lnTo>
                  <a:lnTo>
                    <a:pt x="9361932" y="1358900"/>
                  </a:lnTo>
                  <a:lnTo>
                    <a:pt x="9395460" y="1320800"/>
                  </a:lnTo>
                  <a:lnTo>
                    <a:pt x="9430512" y="1282700"/>
                  </a:lnTo>
                  <a:lnTo>
                    <a:pt x="9465564" y="1257300"/>
                  </a:lnTo>
                  <a:lnTo>
                    <a:pt x="9537192" y="1193800"/>
                  </a:lnTo>
                  <a:lnTo>
                    <a:pt x="9608820" y="1117600"/>
                  </a:lnTo>
                  <a:lnTo>
                    <a:pt x="9681972" y="1054100"/>
                  </a:lnTo>
                  <a:lnTo>
                    <a:pt x="9753600" y="977900"/>
                  </a:lnTo>
                  <a:lnTo>
                    <a:pt x="9893808" y="850900"/>
                  </a:lnTo>
                  <a:lnTo>
                    <a:pt x="9927336" y="812800"/>
                  </a:lnTo>
                  <a:lnTo>
                    <a:pt x="9959340" y="787400"/>
                  </a:lnTo>
                  <a:lnTo>
                    <a:pt x="9991344" y="749300"/>
                  </a:lnTo>
                  <a:lnTo>
                    <a:pt x="10021823" y="723900"/>
                  </a:lnTo>
                  <a:lnTo>
                    <a:pt x="10081259" y="660400"/>
                  </a:lnTo>
                  <a:lnTo>
                    <a:pt x="10136123" y="609600"/>
                  </a:lnTo>
                  <a:lnTo>
                    <a:pt x="10134600" y="609600"/>
                  </a:lnTo>
                  <a:lnTo>
                    <a:pt x="10160508" y="571500"/>
                  </a:lnTo>
                  <a:lnTo>
                    <a:pt x="10206228" y="533400"/>
                  </a:lnTo>
                  <a:lnTo>
                    <a:pt x="10248900" y="482600"/>
                  </a:lnTo>
                  <a:lnTo>
                    <a:pt x="10268712" y="457200"/>
                  </a:lnTo>
                  <a:lnTo>
                    <a:pt x="10323576" y="393700"/>
                  </a:lnTo>
                  <a:lnTo>
                    <a:pt x="10340340" y="368300"/>
                  </a:lnTo>
                  <a:lnTo>
                    <a:pt x="10340340" y="381000"/>
                  </a:lnTo>
                  <a:lnTo>
                    <a:pt x="10438384" y="381000"/>
                  </a:lnTo>
                  <a:lnTo>
                    <a:pt x="10418064" y="406400"/>
                  </a:lnTo>
                  <a:lnTo>
                    <a:pt x="10401300" y="419100"/>
                  </a:lnTo>
                  <a:lnTo>
                    <a:pt x="10346436" y="482600"/>
                  </a:lnTo>
                  <a:lnTo>
                    <a:pt x="10306812" y="533400"/>
                  </a:lnTo>
                  <a:lnTo>
                    <a:pt x="10264140" y="584200"/>
                  </a:lnTo>
                  <a:lnTo>
                    <a:pt x="10192512" y="660400"/>
                  </a:lnTo>
                  <a:lnTo>
                    <a:pt x="10137648" y="711200"/>
                  </a:lnTo>
                  <a:lnTo>
                    <a:pt x="10014204" y="838200"/>
                  </a:lnTo>
                  <a:lnTo>
                    <a:pt x="9980676" y="876300"/>
                  </a:lnTo>
                  <a:lnTo>
                    <a:pt x="9913619" y="939800"/>
                  </a:lnTo>
                  <a:lnTo>
                    <a:pt x="9878568" y="965200"/>
                  </a:lnTo>
                  <a:lnTo>
                    <a:pt x="9735312" y="1104900"/>
                  </a:lnTo>
                  <a:lnTo>
                    <a:pt x="9662160" y="1181100"/>
                  </a:lnTo>
                  <a:lnTo>
                    <a:pt x="9518904" y="1308100"/>
                  </a:lnTo>
                  <a:lnTo>
                    <a:pt x="9448800" y="1384300"/>
                  </a:lnTo>
                  <a:lnTo>
                    <a:pt x="9381744" y="1435100"/>
                  </a:lnTo>
                  <a:lnTo>
                    <a:pt x="9349740" y="1473200"/>
                  </a:lnTo>
                  <a:lnTo>
                    <a:pt x="9288780" y="1524000"/>
                  </a:lnTo>
                  <a:lnTo>
                    <a:pt x="9258300" y="1562100"/>
                  </a:lnTo>
                  <a:lnTo>
                    <a:pt x="9203436" y="1612900"/>
                  </a:lnTo>
                  <a:lnTo>
                    <a:pt x="9177528" y="1638300"/>
                  </a:lnTo>
                  <a:lnTo>
                    <a:pt x="9063228" y="1752600"/>
                  </a:lnTo>
                  <a:lnTo>
                    <a:pt x="9064751" y="1752600"/>
                  </a:lnTo>
                  <a:lnTo>
                    <a:pt x="9043416" y="1765300"/>
                  </a:lnTo>
                  <a:lnTo>
                    <a:pt x="9023604" y="1790700"/>
                  </a:lnTo>
                  <a:lnTo>
                    <a:pt x="8985504" y="1828800"/>
                  </a:lnTo>
                  <a:lnTo>
                    <a:pt x="8912351" y="1905000"/>
                  </a:lnTo>
                  <a:lnTo>
                    <a:pt x="8842248" y="1981200"/>
                  </a:lnTo>
                  <a:lnTo>
                    <a:pt x="8805672" y="2006600"/>
                  </a:lnTo>
                  <a:lnTo>
                    <a:pt x="8769096" y="2044700"/>
                  </a:lnTo>
                  <a:lnTo>
                    <a:pt x="8729472" y="2082800"/>
                  </a:lnTo>
                  <a:lnTo>
                    <a:pt x="8665464" y="2120900"/>
                  </a:lnTo>
                  <a:lnTo>
                    <a:pt x="8642604" y="2146300"/>
                  </a:lnTo>
                  <a:lnTo>
                    <a:pt x="8619744" y="2159000"/>
                  </a:lnTo>
                  <a:lnTo>
                    <a:pt x="8570976" y="2184400"/>
                  </a:lnTo>
                  <a:lnTo>
                    <a:pt x="8543544" y="2197100"/>
                  </a:lnTo>
                  <a:lnTo>
                    <a:pt x="8491728" y="2222500"/>
                  </a:lnTo>
                  <a:lnTo>
                    <a:pt x="8438388" y="2260600"/>
                  </a:lnTo>
                  <a:lnTo>
                    <a:pt x="8386572" y="2286000"/>
                  </a:lnTo>
                  <a:lnTo>
                    <a:pt x="8333232" y="2311400"/>
                  </a:lnTo>
                  <a:lnTo>
                    <a:pt x="8278367" y="2324100"/>
                  </a:lnTo>
                  <a:lnTo>
                    <a:pt x="8223504" y="2349500"/>
                  </a:lnTo>
                  <a:lnTo>
                    <a:pt x="8167116" y="2374900"/>
                  </a:lnTo>
                  <a:lnTo>
                    <a:pt x="8136636" y="2387600"/>
                  </a:lnTo>
                  <a:lnTo>
                    <a:pt x="8107680" y="2387600"/>
                  </a:lnTo>
                  <a:lnTo>
                    <a:pt x="8077200" y="2400300"/>
                  </a:lnTo>
                  <a:lnTo>
                    <a:pt x="8045196" y="2413000"/>
                  </a:lnTo>
                  <a:lnTo>
                    <a:pt x="7981188" y="2425700"/>
                  </a:lnTo>
                  <a:lnTo>
                    <a:pt x="7914132" y="2451100"/>
                  </a:lnTo>
                  <a:lnTo>
                    <a:pt x="7879080" y="2463800"/>
                  </a:lnTo>
                  <a:close/>
                </a:path>
                <a:path w="10647045" h="5435600">
                  <a:moveTo>
                    <a:pt x="7767828" y="2489200"/>
                  </a:moveTo>
                  <a:lnTo>
                    <a:pt x="7354824" y="2489200"/>
                  </a:lnTo>
                  <a:lnTo>
                    <a:pt x="7453883" y="2463800"/>
                  </a:lnTo>
                  <a:lnTo>
                    <a:pt x="7842504" y="2463800"/>
                  </a:lnTo>
                  <a:lnTo>
                    <a:pt x="7804404" y="2476500"/>
                  </a:lnTo>
                  <a:lnTo>
                    <a:pt x="7767828" y="2489200"/>
                  </a:lnTo>
                  <a:close/>
                </a:path>
                <a:path w="10647045" h="5435600">
                  <a:moveTo>
                    <a:pt x="7645908" y="2514600"/>
                  </a:moveTo>
                  <a:lnTo>
                    <a:pt x="6961632" y="2514600"/>
                  </a:lnTo>
                  <a:lnTo>
                    <a:pt x="7082028" y="2501900"/>
                  </a:lnTo>
                  <a:lnTo>
                    <a:pt x="7194804" y="2501900"/>
                  </a:lnTo>
                  <a:lnTo>
                    <a:pt x="7251192" y="2489200"/>
                  </a:lnTo>
                  <a:lnTo>
                    <a:pt x="7728204" y="2489200"/>
                  </a:lnTo>
                  <a:lnTo>
                    <a:pt x="7645908" y="2514600"/>
                  </a:lnTo>
                  <a:close/>
                </a:path>
                <a:path w="10647045" h="5435600">
                  <a:moveTo>
                    <a:pt x="7513320" y="2540000"/>
                  </a:moveTo>
                  <a:lnTo>
                    <a:pt x="6454140" y="2540000"/>
                  </a:lnTo>
                  <a:lnTo>
                    <a:pt x="6583680" y="2527300"/>
                  </a:lnTo>
                  <a:lnTo>
                    <a:pt x="6713220" y="2527300"/>
                  </a:lnTo>
                  <a:lnTo>
                    <a:pt x="6839712" y="2514600"/>
                  </a:lnTo>
                  <a:lnTo>
                    <a:pt x="7603236" y="2514600"/>
                  </a:lnTo>
                  <a:lnTo>
                    <a:pt x="7513320" y="2540000"/>
                  </a:lnTo>
                  <a:close/>
                </a:path>
                <a:path w="10647045" h="5435600">
                  <a:moveTo>
                    <a:pt x="2798063" y="4699000"/>
                  </a:moveTo>
                  <a:lnTo>
                    <a:pt x="2499360" y="4699000"/>
                  </a:lnTo>
                  <a:lnTo>
                    <a:pt x="2555747" y="4686300"/>
                  </a:lnTo>
                  <a:lnTo>
                    <a:pt x="2554224" y="4686300"/>
                  </a:lnTo>
                  <a:lnTo>
                    <a:pt x="2610612" y="4673600"/>
                  </a:lnTo>
                  <a:lnTo>
                    <a:pt x="2609087" y="4673600"/>
                  </a:lnTo>
                  <a:lnTo>
                    <a:pt x="2720340" y="4648200"/>
                  </a:lnTo>
                  <a:lnTo>
                    <a:pt x="2775204" y="4622800"/>
                  </a:lnTo>
                  <a:lnTo>
                    <a:pt x="2802636" y="4622800"/>
                  </a:lnTo>
                  <a:lnTo>
                    <a:pt x="2830068" y="4610100"/>
                  </a:lnTo>
                  <a:lnTo>
                    <a:pt x="2828544" y="4610100"/>
                  </a:lnTo>
                  <a:lnTo>
                    <a:pt x="2857500" y="4597400"/>
                  </a:lnTo>
                  <a:lnTo>
                    <a:pt x="2855976" y="4597400"/>
                  </a:lnTo>
                  <a:lnTo>
                    <a:pt x="2884932" y="4584700"/>
                  </a:lnTo>
                  <a:lnTo>
                    <a:pt x="2883408" y="4584700"/>
                  </a:lnTo>
                  <a:lnTo>
                    <a:pt x="2912363" y="4572000"/>
                  </a:lnTo>
                  <a:lnTo>
                    <a:pt x="2910840" y="4572000"/>
                  </a:lnTo>
                  <a:lnTo>
                    <a:pt x="2939796" y="4559300"/>
                  </a:lnTo>
                  <a:lnTo>
                    <a:pt x="2938271" y="4559300"/>
                  </a:lnTo>
                  <a:lnTo>
                    <a:pt x="2967228" y="4546600"/>
                  </a:lnTo>
                  <a:lnTo>
                    <a:pt x="3022092" y="4521200"/>
                  </a:lnTo>
                  <a:lnTo>
                    <a:pt x="3020568" y="4521200"/>
                  </a:lnTo>
                  <a:lnTo>
                    <a:pt x="3048000" y="4508500"/>
                  </a:lnTo>
                  <a:lnTo>
                    <a:pt x="3073908" y="4495800"/>
                  </a:lnTo>
                  <a:lnTo>
                    <a:pt x="3099816" y="4470400"/>
                  </a:lnTo>
                  <a:lnTo>
                    <a:pt x="3098292" y="4470400"/>
                  </a:lnTo>
                  <a:lnTo>
                    <a:pt x="3150108" y="4445000"/>
                  </a:lnTo>
                  <a:lnTo>
                    <a:pt x="3148584" y="4445000"/>
                  </a:lnTo>
                  <a:lnTo>
                    <a:pt x="3197352" y="4406900"/>
                  </a:lnTo>
                  <a:lnTo>
                    <a:pt x="3244596" y="4368800"/>
                  </a:lnTo>
                  <a:lnTo>
                    <a:pt x="3293363" y="4330700"/>
                  </a:lnTo>
                  <a:lnTo>
                    <a:pt x="3291840" y="4330700"/>
                  </a:lnTo>
                  <a:lnTo>
                    <a:pt x="3340608" y="4279900"/>
                  </a:lnTo>
                  <a:lnTo>
                    <a:pt x="3390900" y="4241800"/>
                  </a:lnTo>
                  <a:lnTo>
                    <a:pt x="3389376" y="4241800"/>
                  </a:lnTo>
                  <a:lnTo>
                    <a:pt x="3467100" y="4165600"/>
                  </a:lnTo>
                  <a:lnTo>
                    <a:pt x="3521963" y="4114800"/>
                  </a:lnTo>
                  <a:lnTo>
                    <a:pt x="3579876" y="4064000"/>
                  </a:lnTo>
                  <a:lnTo>
                    <a:pt x="3640836" y="4013200"/>
                  </a:lnTo>
                  <a:lnTo>
                    <a:pt x="3672840" y="3987800"/>
                  </a:lnTo>
                  <a:lnTo>
                    <a:pt x="3706368" y="3962400"/>
                  </a:lnTo>
                  <a:lnTo>
                    <a:pt x="3776472" y="3911600"/>
                  </a:lnTo>
                  <a:lnTo>
                    <a:pt x="3813047" y="3873500"/>
                  </a:lnTo>
                  <a:lnTo>
                    <a:pt x="3931920" y="3797300"/>
                  </a:lnTo>
                  <a:lnTo>
                    <a:pt x="3974592" y="3759200"/>
                  </a:lnTo>
                  <a:lnTo>
                    <a:pt x="3973068" y="3759200"/>
                  </a:lnTo>
                  <a:lnTo>
                    <a:pt x="4061460" y="3695700"/>
                  </a:lnTo>
                  <a:lnTo>
                    <a:pt x="4152900" y="3619500"/>
                  </a:lnTo>
                  <a:lnTo>
                    <a:pt x="4248912" y="3556000"/>
                  </a:lnTo>
                  <a:lnTo>
                    <a:pt x="4347972" y="3467100"/>
                  </a:lnTo>
                  <a:lnTo>
                    <a:pt x="4450080" y="3390900"/>
                  </a:lnTo>
                  <a:lnTo>
                    <a:pt x="4555236" y="3314700"/>
                  </a:lnTo>
                  <a:lnTo>
                    <a:pt x="4663440" y="3225800"/>
                  </a:lnTo>
                  <a:lnTo>
                    <a:pt x="4884420" y="3073400"/>
                  </a:lnTo>
                  <a:lnTo>
                    <a:pt x="5111496" y="2921000"/>
                  </a:lnTo>
                  <a:lnTo>
                    <a:pt x="5341620" y="2794000"/>
                  </a:lnTo>
                  <a:lnTo>
                    <a:pt x="5399531" y="2768600"/>
                  </a:lnTo>
                  <a:lnTo>
                    <a:pt x="5455920" y="2743200"/>
                  </a:lnTo>
                  <a:lnTo>
                    <a:pt x="5571744" y="2692400"/>
                  </a:lnTo>
                  <a:lnTo>
                    <a:pt x="5629656" y="2679700"/>
                  </a:lnTo>
                  <a:lnTo>
                    <a:pt x="5689092" y="2654300"/>
                  </a:lnTo>
                  <a:lnTo>
                    <a:pt x="5748528" y="2641600"/>
                  </a:lnTo>
                  <a:lnTo>
                    <a:pt x="6062472" y="2578100"/>
                  </a:lnTo>
                  <a:lnTo>
                    <a:pt x="6192012" y="2565400"/>
                  </a:lnTo>
                  <a:lnTo>
                    <a:pt x="6323076" y="2540000"/>
                  </a:lnTo>
                  <a:lnTo>
                    <a:pt x="7466076" y="2540000"/>
                  </a:lnTo>
                  <a:lnTo>
                    <a:pt x="7363967" y="2565400"/>
                  </a:lnTo>
                  <a:lnTo>
                    <a:pt x="7312151" y="2565400"/>
                  </a:lnTo>
                  <a:lnTo>
                    <a:pt x="7257288" y="2578100"/>
                  </a:lnTo>
                  <a:lnTo>
                    <a:pt x="7085076" y="2578100"/>
                  </a:lnTo>
                  <a:lnTo>
                    <a:pt x="6966204" y="2590800"/>
                  </a:lnTo>
                  <a:lnTo>
                    <a:pt x="6842760" y="2590800"/>
                  </a:lnTo>
                  <a:lnTo>
                    <a:pt x="6716267" y="2603500"/>
                  </a:lnTo>
                  <a:lnTo>
                    <a:pt x="6588251" y="2603500"/>
                  </a:lnTo>
                  <a:lnTo>
                    <a:pt x="6458712" y="2616200"/>
                  </a:lnTo>
                  <a:lnTo>
                    <a:pt x="6460236" y="2616200"/>
                  </a:lnTo>
                  <a:lnTo>
                    <a:pt x="6329172" y="2628900"/>
                  </a:lnTo>
                  <a:lnTo>
                    <a:pt x="6330696" y="2628900"/>
                  </a:lnTo>
                  <a:lnTo>
                    <a:pt x="6201156" y="2641600"/>
                  </a:lnTo>
                  <a:lnTo>
                    <a:pt x="6202680" y="2641600"/>
                  </a:lnTo>
                  <a:lnTo>
                    <a:pt x="6074664" y="2654300"/>
                  </a:lnTo>
                  <a:lnTo>
                    <a:pt x="5949696" y="2679700"/>
                  </a:lnTo>
                  <a:lnTo>
                    <a:pt x="5951220" y="2679700"/>
                  </a:lnTo>
                  <a:lnTo>
                    <a:pt x="5827776" y="2705100"/>
                  </a:lnTo>
                  <a:lnTo>
                    <a:pt x="5829299" y="2705100"/>
                  </a:lnTo>
                  <a:lnTo>
                    <a:pt x="5768340" y="2717800"/>
                  </a:lnTo>
                  <a:lnTo>
                    <a:pt x="5769864" y="2717800"/>
                  </a:lnTo>
                  <a:lnTo>
                    <a:pt x="5710428" y="2730500"/>
                  </a:lnTo>
                  <a:lnTo>
                    <a:pt x="5711951" y="2730500"/>
                  </a:lnTo>
                  <a:lnTo>
                    <a:pt x="5654040" y="2755900"/>
                  </a:lnTo>
                  <a:lnTo>
                    <a:pt x="5655564" y="2755900"/>
                  </a:lnTo>
                  <a:lnTo>
                    <a:pt x="5597651" y="2768600"/>
                  </a:lnTo>
                  <a:lnTo>
                    <a:pt x="5599176" y="2768600"/>
                  </a:lnTo>
                  <a:lnTo>
                    <a:pt x="5542788" y="2794000"/>
                  </a:lnTo>
                  <a:lnTo>
                    <a:pt x="5544312" y="2794000"/>
                  </a:lnTo>
                  <a:lnTo>
                    <a:pt x="5431536" y="2844800"/>
                  </a:lnTo>
                  <a:lnTo>
                    <a:pt x="5433060" y="2844800"/>
                  </a:lnTo>
                  <a:lnTo>
                    <a:pt x="5320283" y="2895600"/>
                  </a:lnTo>
                  <a:lnTo>
                    <a:pt x="5263896" y="2933700"/>
                  </a:lnTo>
                  <a:lnTo>
                    <a:pt x="5265420" y="2933700"/>
                  </a:lnTo>
                  <a:lnTo>
                    <a:pt x="5151120" y="2997200"/>
                  </a:lnTo>
                  <a:lnTo>
                    <a:pt x="5152644" y="2997200"/>
                  </a:lnTo>
                  <a:lnTo>
                    <a:pt x="5039867" y="3060700"/>
                  </a:lnTo>
                  <a:lnTo>
                    <a:pt x="4817364" y="3213100"/>
                  </a:lnTo>
                  <a:lnTo>
                    <a:pt x="4818888" y="3213100"/>
                  </a:lnTo>
                  <a:lnTo>
                    <a:pt x="4709160" y="3289300"/>
                  </a:lnTo>
                  <a:lnTo>
                    <a:pt x="4602480" y="3378200"/>
                  </a:lnTo>
                  <a:lnTo>
                    <a:pt x="4497324" y="3454400"/>
                  </a:lnTo>
                  <a:lnTo>
                    <a:pt x="4395216" y="3530600"/>
                  </a:lnTo>
                  <a:lnTo>
                    <a:pt x="4296156" y="3606800"/>
                  </a:lnTo>
                  <a:lnTo>
                    <a:pt x="4200144" y="3683000"/>
                  </a:lnTo>
                  <a:lnTo>
                    <a:pt x="4108704" y="3759200"/>
                  </a:lnTo>
                  <a:lnTo>
                    <a:pt x="4020312" y="3822700"/>
                  </a:lnTo>
                  <a:lnTo>
                    <a:pt x="3977640" y="3860800"/>
                  </a:lnTo>
                  <a:lnTo>
                    <a:pt x="3898392" y="3911600"/>
                  </a:lnTo>
                  <a:lnTo>
                    <a:pt x="3860292" y="3937000"/>
                  </a:lnTo>
                  <a:lnTo>
                    <a:pt x="3835908" y="3962400"/>
                  </a:lnTo>
                  <a:lnTo>
                    <a:pt x="3823716" y="3962400"/>
                  </a:lnTo>
                  <a:lnTo>
                    <a:pt x="3788663" y="4000500"/>
                  </a:lnTo>
                  <a:lnTo>
                    <a:pt x="3755136" y="4025900"/>
                  </a:lnTo>
                  <a:lnTo>
                    <a:pt x="3691128" y="4076700"/>
                  </a:lnTo>
                  <a:lnTo>
                    <a:pt x="3630168" y="4127500"/>
                  </a:lnTo>
                  <a:lnTo>
                    <a:pt x="3631692" y="4127500"/>
                  </a:lnTo>
                  <a:lnTo>
                    <a:pt x="3573780" y="4178300"/>
                  </a:lnTo>
                  <a:lnTo>
                    <a:pt x="3546347" y="4203700"/>
                  </a:lnTo>
                  <a:lnTo>
                    <a:pt x="3520440" y="4229100"/>
                  </a:lnTo>
                  <a:lnTo>
                    <a:pt x="3493008" y="4254500"/>
                  </a:lnTo>
                  <a:lnTo>
                    <a:pt x="3392424" y="4343400"/>
                  </a:lnTo>
                  <a:lnTo>
                    <a:pt x="3294888" y="4432300"/>
                  </a:lnTo>
                  <a:lnTo>
                    <a:pt x="3194304" y="4508500"/>
                  </a:lnTo>
                  <a:lnTo>
                    <a:pt x="3142488" y="4546600"/>
                  </a:lnTo>
                  <a:lnTo>
                    <a:pt x="3087624" y="4572000"/>
                  </a:lnTo>
                  <a:lnTo>
                    <a:pt x="3058668" y="4597400"/>
                  </a:lnTo>
                  <a:lnTo>
                    <a:pt x="2855976" y="4686300"/>
                  </a:lnTo>
                  <a:lnTo>
                    <a:pt x="2798063" y="4699000"/>
                  </a:lnTo>
                  <a:close/>
                </a:path>
                <a:path w="10647045" h="5435600">
                  <a:moveTo>
                    <a:pt x="3823716" y="3975100"/>
                  </a:moveTo>
                  <a:lnTo>
                    <a:pt x="3823716" y="3962400"/>
                  </a:lnTo>
                  <a:lnTo>
                    <a:pt x="3835908" y="3962400"/>
                  </a:lnTo>
                  <a:lnTo>
                    <a:pt x="3823716" y="3975100"/>
                  </a:lnTo>
                  <a:close/>
                </a:path>
                <a:path w="10647045" h="5435600">
                  <a:moveTo>
                    <a:pt x="2511552" y="4775200"/>
                  </a:moveTo>
                  <a:lnTo>
                    <a:pt x="1267968" y="4775200"/>
                  </a:lnTo>
                  <a:lnTo>
                    <a:pt x="1335024" y="4762500"/>
                  </a:lnTo>
                  <a:lnTo>
                    <a:pt x="2026920" y="4762500"/>
                  </a:lnTo>
                  <a:lnTo>
                    <a:pt x="2058924" y="4749800"/>
                  </a:lnTo>
                  <a:lnTo>
                    <a:pt x="2087880" y="4749800"/>
                  </a:lnTo>
                  <a:lnTo>
                    <a:pt x="2148840" y="4737100"/>
                  </a:lnTo>
                  <a:lnTo>
                    <a:pt x="2209799" y="4737100"/>
                  </a:lnTo>
                  <a:lnTo>
                    <a:pt x="2269236" y="4724400"/>
                  </a:lnTo>
                  <a:lnTo>
                    <a:pt x="2385060" y="4711700"/>
                  </a:lnTo>
                  <a:lnTo>
                    <a:pt x="2499360" y="4686300"/>
                  </a:lnTo>
                  <a:lnTo>
                    <a:pt x="2499360" y="4699000"/>
                  </a:lnTo>
                  <a:lnTo>
                    <a:pt x="2798063" y="4699000"/>
                  </a:lnTo>
                  <a:lnTo>
                    <a:pt x="2770632" y="4711700"/>
                  </a:lnTo>
                  <a:lnTo>
                    <a:pt x="2741676" y="4724400"/>
                  </a:lnTo>
                  <a:lnTo>
                    <a:pt x="2511552" y="4775200"/>
                  </a:lnTo>
                  <a:close/>
                </a:path>
                <a:path w="10647045" h="5435600">
                  <a:moveTo>
                    <a:pt x="44196" y="5435600"/>
                  </a:moveTo>
                  <a:lnTo>
                    <a:pt x="0" y="5372100"/>
                  </a:lnTo>
                  <a:lnTo>
                    <a:pt x="126492" y="5295900"/>
                  </a:lnTo>
                  <a:lnTo>
                    <a:pt x="190500" y="5245100"/>
                  </a:lnTo>
                  <a:lnTo>
                    <a:pt x="252984" y="5207000"/>
                  </a:lnTo>
                  <a:lnTo>
                    <a:pt x="637031" y="4978400"/>
                  </a:lnTo>
                  <a:lnTo>
                    <a:pt x="702564" y="4953000"/>
                  </a:lnTo>
                  <a:lnTo>
                    <a:pt x="766571" y="4914900"/>
                  </a:lnTo>
                  <a:lnTo>
                    <a:pt x="800100" y="4902200"/>
                  </a:lnTo>
                  <a:lnTo>
                    <a:pt x="832104" y="4889500"/>
                  </a:lnTo>
                  <a:lnTo>
                    <a:pt x="865632" y="4876800"/>
                  </a:lnTo>
                  <a:lnTo>
                    <a:pt x="897636" y="4864100"/>
                  </a:lnTo>
                  <a:lnTo>
                    <a:pt x="931164" y="4851400"/>
                  </a:lnTo>
                  <a:lnTo>
                    <a:pt x="963168" y="4838700"/>
                  </a:lnTo>
                  <a:lnTo>
                    <a:pt x="1030224" y="4813300"/>
                  </a:lnTo>
                  <a:lnTo>
                    <a:pt x="1097280" y="4800600"/>
                  </a:lnTo>
                  <a:lnTo>
                    <a:pt x="1130808" y="4787900"/>
                  </a:lnTo>
                  <a:lnTo>
                    <a:pt x="1199388" y="4787900"/>
                  </a:lnTo>
                  <a:lnTo>
                    <a:pt x="1232915" y="4775200"/>
                  </a:lnTo>
                  <a:lnTo>
                    <a:pt x="2455163" y="4775200"/>
                  </a:lnTo>
                  <a:lnTo>
                    <a:pt x="2395728" y="4787900"/>
                  </a:lnTo>
                  <a:lnTo>
                    <a:pt x="2279904" y="4800600"/>
                  </a:lnTo>
                  <a:lnTo>
                    <a:pt x="2220468" y="4813300"/>
                  </a:lnTo>
                  <a:lnTo>
                    <a:pt x="2159508" y="4813300"/>
                  </a:lnTo>
                  <a:lnTo>
                    <a:pt x="2098548" y="4826000"/>
                  </a:lnTo>
                  <a:lnTo>
                    <a:pt x="2066544" y="4826000"/>
                  </a:lnTo>
                  <a:lnTo>
                    <a:pt x="2002536" y="4838700"/>
                  </a:lnTo>
                  <a:lnTo>
                    <a:pt x="1341120" y="4838700"/>
                  </a:lnTo>
                  <a:lnTo>
                    <a:pt x="1307592" y="4851400"/>
                  </a:lnTo>
                  <a:lnTo>
                    <a:pt x="1243584" y="4851400"/>
                  </a:lnTo>
                  <a:lnTo>
                    <a:pt x="1210056" y="4864100"/>
                  </a:lnTo>
                  <a:lnTo>
                    <a:pt x="1147572" y="4864100"/>
                  </a:lnTo>
                  <a:lnTo>
                    <a:pt x="1114044" y="4876800"/>
                  </a:lnTo>
                  <a:lnTo>
                    <a:pt x="1115568" y="4876800"/>
                  </a:lnTo>
                  <a:lnTo>
                    <a:pt x="1082040" y="4889500"/>
                  </a:lnTo>
                  <a:lnTo>
                    <a:pt x="1053084" y="4889500"/>
                  </a:lnTo>
                  <a:lnTo>
                    <a:pt x="1019556" y="4902200"/>
                  </a:lnTo>
                  <a:lnTo>
                    <a:pt x="1021080" y="4902200"/>
                  </a:lnTo>
                  <a:lnTo>
                    <a:pt x="925068" y="4940300"/>
                  </a:lnTo>
                  <a:lnTo>
                    <a:pt x="926592" y="4940300"/>
                  </a:lnTo>
                  <a:lnTo>
                    <a:pt x="830580" y="4978400"/>
                  </a:lnTo>
                  <a:lnTo>
                    <a:pt x="832104" y="4978400"/>
                  </a:lnTo>
                  <a:lnTo>
                    <a:pt x="736092" y="5016500"/>
                  </a:lnTo>
                  <a:lnTo>
                    <a:pt x="737616" y="5016500"/>
                  </a:lnTo>
                  <a:lnTo>
                    <a:pt x="673608" y="5054600"/>
                  </a:lnTo>
                  <a:lnTo>
                    <a:pt x="609600" y="5080000"/>
                  </a:lnTo>
                  <a:lnTo>
                    <a:pt x="611123" y="5080000"/>
                  </a:lnTo>
                  <a:lnTo>
                    <a:pt x="547116" y="5118100"/>
                  </a:lnTo>
                  <a:lnTo>
                    <a:pt x="548640" y="5118100"/>
                  </a:lnTo>
                  <a:lnTo>
                    <a:pt x="484631" y="5156200"/>
                  </a:lnTo>
                  <a:lnTo>
                    <a:pt x="422148" y="5194300"/>
                  </a:lnTo>
                  <a:lnTo>
                    <a:pt x="358140" y="5232400"/>
                  </a:lnTo>
                  <a:lnTo>
                    <a:pt x="359664" y="5232400"/>
                  </a:lnTo>
                  <a:lnTo>
                    <a:pt x="295656" y="5270500"/>
                  </a:lnTo>
                  <a:lnTo>
                    <a:pt x="233172" y="5308600"/>
                  </a:lnTo>
                  <a:lnTo>
                    <a:pt x="169163" y="5359400"/>
                  </a:lnTo>
                  <a:lnTo>
                    <a:pt x="44196" y="54356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5214" y="5465040"/>
              <a:ext cx="33270" cy="1935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1147" y="5465040"/>
              <a:ext cx="157276" cy="1935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2126" y="5466563"/>
              <a:ext cx="145152" cy="189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85900" y="6199858"/>
              <a:ext cx="1016635" cy="117475"/>
            </a:xfrm>
            <a:custGeom>
              <a:avLst/>
              <a:gdLst/>
              <a:ahLst/>
              <a:cxnLst/>
              <a:rect l="l" t="t" r="r" b="b"/>
              <a:pathLst>
                <a:path w="1016635" h="117475">
                  <a:moveTo>
                    <a:pt x="1013768" y="3728"/>
                  </a:moveTo>
                  <a:lnTo>
                    <a:pt x="1014984" y="1297"/>
                  </a:lnTo>
                  <a:lnTo>
                    <a:pt x="1016281" y="0"/>
                  </a:lnTo>
                  <a:lnTo>
                    <a:pt x="1014484" y="2894"/>
                  </a:lnTo>
                  <a:lnTo>
                    <a:pt x="1013768" y="3728"/>
                  </a:lnTo>
                  <a:close/>
                </a:path>
                <a:path w="1016635" h="117475">
                  <a:moveTo>
                    <a:pt x="990024" y="31405"/>
                  </a:moveTo>
                  <a:lnTo>
                    <a:pt x="990600" y="30253"/>
                  </a:lnTo>
                  <a:lnTo>
                    <a:pt x="993501" y="27351"/>
                  </a:lnTo>
                  <a:lnTo>
                    <a:pt x="990024" y="31405"/>
                  </a:lnTo>
                  <a:close/>
                </a:path>
                <a:path w="1016635" h="117475">
                  <a:moveTo>
                    <a:pt x="978554" y="42298"/>
                  </a:moveTo>
                  <a:lnTo>
                    <a:pt x="982980" y="37873"/>
                  </a:lnTo>
                  <a:lnTo>
                    <a:pt x="984736" y="36995"/>
                  </a:lnTo>
                  <a:lnTo>
                    <a:pt x="978554" y="42298"/>
                  </a:lnTo>
                  <a:close/>
                </a:path>
                <a:path w="1016635" h="117475">
                  <a:moveTo>
                    <a:pt x="957070" y="60730"/>
                  </a:moveTo>
                  <a:lnTo>
                    <a:pt x="960120" y="57685"/>
                  </a:lnTo>
                  <a:lnTo>
                    <a:pt x="961318" y="57086"/>
                  </a:lnTo>
                  <a:lnTo>
                    <a:pt x="957070" y="60730"/>
                  </a:lnTo>
                  <a:close/>
                </a:path>
                <a:path w="1016635" h="117475">
                  <a:moveTo>
                    <a:pt x="950931" y="65233"/>
                  </a:moveTo>
                  <a:lnTo>
                    <a:pt x="954024" y="62257"/>
                  </a:lnTo>
                  <a:lnTo>
                    <a:pt x="957070" y="60730"/>
                  </a:lnTo>
                  <a:lnTo>
                    <a:pt x="954097" y="63281"/>
                  </a:lnTo>
                  <a:lnTo>
                    <a:pt x="950931" y="65233"/>
                  </a:lnTo>
                  <a:close/>
                </a:path>
                <a:path w="1016635" h="117475">
                  <a:moveTo>
                    <a:pt x="947257" y="67499"/>
                  </a:moveTo>
                  <a:lnTo>
                    <a:pt x="947928" y="66829"/>
                  </a:lnTo>
                  <a:lnTo>
                    <a:pt x="950931" y="65233"/>
                  </a:lnTo>
                  <a:lnTo>
                    <a:pt x="947257" y="67499"/>
                  </a:lnTo>
                  <a:close/>
                </a:path>
                <a:path w="1016635" h="117475">
                  <a:moveTo>
                    <a:pt x="872815" y="104058"/>
                  </a:moveTo>
                  <a:lnTo>
                    <a:pt x="881951" y="101013"/>
                  </a:lnTo>
                  <a:lnTo>
                    <a:pt x="877543" y="102893"/>
                  </a:lnTo>
                  <a:lnTo>
                    <a:pt x="872815" y="104058"/>
                  </a:lnTo>
                  <a:close/>
                </a:path>
                <a:path w="1016635" h="117475">
                  <a:moveTo>
                    <a:pt x="827529" y="114043"/>
                  </a:moveTo>
                  <a:lnTo>
                    <a:pt x="841913" y="111676"/>
                  </a:lnTo>
                  <a:lnTo>
                    <a:pt x="834644" y="113468"/>
                  </a:lnTo>
                  <a:lnTo>
                    <a:pt x="827529" y="114043"/>
                  </a:lnTo>
                  <a:close/>
                </a:path>
                <a:path w="1016635" h="117475">
                  <a:moveTo>
                    <a:pt x="789432" y="117121"/>
                  </a:moveTo>
                  <a:lnTo>
                    <a:pt x="0" y="117121"/>
                  </a:lnTo>
                  <a:lnTo>
                    <a:pt x="808163" y="115607"/>
                  </a:lnTo>
                  <a:lnTo>
                    <a:pt x="789432" y="117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6463" y="5695188"/>
              <a:ext cx="1188720" cy="6812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85900" y="5757671"/>
              <a:ext cx="1068705" cy="559435"/>
            </a:xfrm>
            <a:custGeom>
              <a:avLst/>
              <a:gdLst/>
              <a:ahLst/>
              <a:cxnLst/>
              <a:rect l="l" t="t" r="r" b="b"/>
              <a:pathLst>
                <a:path w="1068705" h="559435">
                  <a:moveTo>
                    <a:pt x="789432" y="559308"/>
                  </a:moveTo>
                  <a:lnTo>
                    <a:pt x="0" y="559308"/>
                  </a:lnTo>
                  <a:lnTo>
                    <a:pt x="0" y="280416"/>
                  </a:lnTo>
                  <a:lnTo>
                    <a:pt x="3654" y="234790"/>
                  </a:lnTo>
                  <a:lnTo>
                    <a:pt x="14240" y="191560"/>
                  </a:lnTo>
                  <a:lnTo>
                    <a:pt x="31190" y="151293"/>
                  </a:lnTo>
                  <a:lnTo>
                    <a:pt x="53937" y="114556"/>
                  </a:lnTo>
                  <a:lnTo>
                    <a:pt x="81915" y="81915"/>
                  </a:lnTo>
                  <a:lnTo>
                    <a:pt x="114556" y="53937"/>
                  </a:lnTo>
                  <a:lnTo>
                    <a:pt x="151293" y="31190"/>
                  </a:lnTo>
                  <a:lnTo>
                    <a:pt x="191560" y="14240"/>
                  </a:lnTo>
                  <a:lnTo>
                    <a:pt x="234790" y="3654"/>
                  </a:lnTo>
                  <a:lnTo>
                    <a:pt x="280416" y="0"/>
                  </a:lnTo>
                  <a:lnTo>
                    <a:pt x="1068324" y="0"/>
                  </a:lnTo>
                  <a:lnTo>
                    <a:pt x="1068324" y="280416"/>
                  </a:lnTo>
                  <a:lnTo>
                    <a:pt x="1064670" y="325628"/>
                  </a:lnTo>
                  <a:lnTo>
                    <a:pt x="1054095" y="368527"/>
                  </a:lnTo>
                  <a:lnTo>
                    <a:pt x="1037174" y="408537"/>
                  </a:lnTo>
                  <a:lnTo>
                    <a:pt x="1014484" y="445081"/>
                  </a:lnTo>
                  <a:lnTo>
                    <a:pt x="986599" y="477583"/>
                  </a:lnTo>
                  <a:lnTo>
                    <a:pt x="954097" y="505468"/>
                  </a:lnTo>
                  <a:lnTo>
                    <a:pt x="917553" y="528158"/>
                  </a:lnTo>
                  <a:lnTo>
                    <a:pt x="877543" y="545079"/>
                  </a:lnTo>
                  <a:lnTo>
                    <a:pt x="834644" y="555654"/>
                  </a:lnTo>
                  <a:lnTo>
                    <a:pt x="789432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6463" y="5695188"/>
              <a:ext cx="1188720" cy="68122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39911" y="5816622"/>
            <a:ext cx="56197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60" dirty="0">
                <a:solidFill>
                  <a:srgbClr val="009900"/>
                </a:solidFill>
                <a:latin typeface="Trebuchet MS"/>
                <a:cs typeface="Trebuchet MS"/>
              </a:rPr>
              <a:t>2,6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15071" y="2766037"/>
            <a:ext cx="1191767" cy="946426"/>
            <a:chOff x="7815071" y="2766036"/>
            <a:chExt cx="1191767" cy="946426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18649" y="2766036"/>
              <a:ext cx="95267" cy="1920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3981" y="2767559"/>
              <a:ext cx="92226" cy="1874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0200" y="2767559"/>
              <a:ext cx="93738" cy="1874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37940" y="2767560"/>
              <a:ext cx="92237" cy="1905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877556" y="3090671"/>
              <a:ext cx="1068705" cy="559435"/>
            </a:xfrm>
            <a:custGeom>
              <a:avLst/>
              <a:gdLst/>
              <a:ahLst/>
              <a:cxnLst/>
              <a:rect l="l" t="t" r="r" b="b"/>
              <a:pathLst>
                <a:path w="1068704" h="559435">
                  <a:moveTo>
                    <a:pt x="1066821" y="299004"/>
                  </a:moveTo>
                  <a:lnTo>
                    <a:pt x="1068324" y="0"/>
                  </a:lnTo>
                  <a:lnTo>
                    <a:pt x="1068324" y="280416"/>
                  </a:lnTo>
                  <a:lnTo>
                    <a:pt x="1066821" y="299004"/>
                  </a:lnTo>
                  <a:close/>
                </a:path>
                <a:path w="1068704" h="559435">
                  <a:moveTo>
                    <a:pt x="1061972" y="336559"/>
                  </a:moveTo>
                  <a:lnTo>
                    <a:pt x="1063752" y="327660"/>
                  </a:lnTo>
                  <a:lnTo>
                    <a:pt x="1065366" y="316999"/>
                  </a:lnTo>
                  <a:lnTo>
                    <a:pt x="1064669" y="325628"/>
                  </a:lnTo>
                  <a:lnTo>
                    <a:pt x="1061972" y="336559"/>
                  </a:lnTo>
                  <a:close/>
                </a:path>
                <a:path w="1068704" h="559435">
                  <a:moveTo>
                    <a:pt x="1049832" y="378561"/>
                  </a:moveTo>
                  <a:lnTo>
                    <a:pt x="1056666" y="358060"/>
                  </a:lnTo>
                  <a:lnTo>
                    <a:pt x="1054083" y="368527"/>
                  </a:lnTo>
                  <a:lnTo>
                    <a:pt x="1049832" y="378561"/>
                  </a:lnTo>
                  <a:close/>
                </a:path>
                <a:path w="1068704" h="559435">
                  <a:moveTo>
                    <a:pt x="1032730" y="415611"/>
                  </a:moveTo>
                  <a:lnTo>
                    <a:pt x="1041940" y="397190"/>
                  </a:lnTo>
                  <a:lnTo>
                    <a:pt x="1037133" y="408537"/>
                  </a:lnTo>
                  <a:lnTo>
                    <a:pt x="1032730" y="415611"/>
                  </a:lnTo>
                  <a:close/>
                </a:path>
                <a:path w="1068704" h="559435">
                  <a:moveTo>
                    <a:pt x="1028856" y="421834"/>
                  </a:moveTo>
                  <a:lnTo>
                    <a:pt x="1030224" y="419100"/>
                  </a:lnTo>
                  <a:lnTo>
                    <a:pt x="1031110" y="418213"/>
                  </a:lnTo>
                  <a:lnTo>
                    <a:pt x="1028856" y="421834"/>
                  </a:lnTo>
                  <a:close/>
                </a:path>
                <a:path w="1068704" h="559435">
                  <a:moveTo>
                    <a:pt x="1021110" y="434278"/>
                  </a:moveTo>
                  <a:lnTo>
                    <a:pt x="1022604" y="431292"/>
                  </a:lnTo>
                  <a:lnTo>
                    <a:pt x="1023572" y="430323"/>
                  </a:lnTo>
                  <a:lnTo>
                    <a:pt x="1021110" y="434278"/>
                  </a:lnTo>
                  <a:close/>
                </a:path>
                <a:path w="1068704" h="559435">
                  <a:moveTo>
                    <a:pt x="1010470" y="449630"/>
                  </a:moveTo>
                  <a:lnTo>
                    <a:pt x="1011936" y="446532"/>
                  </a:lnTo>
                  <a:lnTo>
                    <a:pt x="1014984" y="443484"/>
                  </a:lnTo>
                  <a:lnTo>
                    <a:pt x="1016508" y="440436"/>
                  </a:lnTo>
                  <a:lnTo>
                    <a:pt x="1018547" y="438396"/>
                  </a:lnTo>
                  <a:lnTo>
                    <a:pt x="1014386" y="445081"/>
                  </a:lnTo>
                  <a:lnTo>
                    <a:pt x="1010470" y="449630"/>
                  </a:lnTo>
                  <a:close/>
                </a:path>
                <a:path w="1068704" h="559435">
                  <a:moveTo>
                    <a:pt x="1006634" y="454086"/>
                  </a:moveTo>
                  <a:lnTo>
                    <a:pt x="1007364" y="452628"/>
                  </a:lnTo>
                  <a:lnTo>
                    <a:pt x="1010470" y="449630"/>
                  </a:lnTo>
                  <a:lnTo>
                    <a:pt x="1006634" y="454086"/>
                  </a:lnTo>
                  <a:close/>
                </a:path>
                <a:path w="1068704" h="559435">
                  <a:moveTo>
                    <a:pt x="997544" y="464647"/>
                  </a:moveTo>
                  <a:lnTo>
                    <a:pt x="998220" y="463296"/>
                  </a:lnTo>
                  <a:lnTo>
                    <a:pt x="1001721" y="459794"/>
                  </a:lnTo>
                  <a:lnTo>
                    <a:pt x="997544" y="464647"/>
                  </a:lnTo>
                  <a:close/>
                </a:path>
                <a:path w="1068704" h="559435">
                  <a:moveTo>
                    <a:pt x="979872" y="483167"/>
                  </a:moveTo>
                  <a:lnTo>
                    <a:pt x="992298" y="470741"/>
                  </a:lnTo>
                  <a:lnTo>
                    <a:pt x="986409" y="477583"/>
                  </a:lnTo>
                  <a:lnTo>
                    <a:pt x="979872" y="483167"/>
                  </a:lnTo>
                  <a:close/>
                </a:path>
                <a:path w="1068704" h="559435">
                  <a:moveTo>
                    <a:pt x="958570" y="501365"/>
                  </a:moveTo>
                  <a:lnTo>
                    <a:pt x="961644" y="498348"/>
                  </a:lnTo>
                  <a:lnTo>
                    <a:pt x="962749" y="497795"/>
                  </a:lnTo>
                  <a:lnTo>
                    <a:pt x="958570" y="501365"/>
                  </a:lnTo>
                  <a:close/>
                </a:path>
                <a:path w="1068704" h="559435">
                  <a:moveTo>
                    <a:pt x="947773" y="509170"/>
                  </a:moveTo>
                  <a:lnTo>
                    <a:pt x="949452" y="507492"/>
                  </a:lnTo>
                  <a:lnTo>
                    <a:pt x="952500" y="505968"/>
                  </a:lnTo>
                  <a:lnTo>
                    <a:pt x="955548" y="502920"/>
                  </a:lnTo>
                  <a:lnTo>
                    <a:pt x="958570" y="501365"/>
                  </a:lnTo>
                  <a:lnTo>
                    <a:pt x="953768" y="505468"/>
                  </a:lnTo>
                  <a:lnTo>
                    <a:pt x="947773" y="509170"/>
                  </a:lnTo>
                  <a:close/>
                </a:path>
                <a:path w="1068704" h="559435">
                  <a:moveTo>
                    <a:pt x="940621" y="513588"/>
                  </a:moveTo>
                  <a:lnTo>
                    <a:pt x="940308" y="513588"/>
                  </a:lnTo>
                  <a:lnTo>
                    <a:pt x="941954" y="512765"/>
                  </a:lnTo>
                  <a:lnTo>
                    <a:pt x="940621" y="513588"/>
                  </a:lnTo>
                  <a:close/>
                </a:path>
                <a:path w="1068704" h="559435">
                  <a:moveTo>
                    <a:pt x="908931" y="531562"/>
                  </a:moveTo>
                  <a:lnTo>
                    <a:pt x="922522" y="524766"/>
                  </a:lnTo>
                  <a:lnTo>
                    <a:pt x="917030" y="528158"/>
                  </a:lnTo>
                  <a:lnTo>
                    <a:pt x="908931" y="531562"/>
                  </a:lnTo>
                  <a:close/>
                </a:path>
                <a:path w="1068704" h="559435">
                  <a:moveTo>
                    <a:pt x="869341" y="546895"/>
                  </a:moveTo>
                  <a:lnTo>
                    <a:pt x="884341" y="541895"/>
                  </a:lnTo>
                  <a:lnTo>
                    <a:pt x="876763" y="545079"/>
                  </a:lnTo>
                  <a:lnTo>
                    <a:pt x="869341" y="546895"/>
                  </a:lnTo>
                  <a:close/>
                </a:path>
                <a:path w="1068704" h="559435">
                  <a:moveTo>
                    <a:pt x="826007" y="556257"/>
                  </a:moveTo>
                  <a:lnTo>
                    <a:pt x="836676" y="554736"/>
                  </a:lnTo>
                  <a:lnTo>
                    <a:pt x="840042" y="554062"/>
                  </a:lnTo>
                  <a:lnTo>
                    <a:pt x="833533" y="555655"/>
                  </a:lnTo>
                  <a:lnTo>
                    <a:pt x="826007" y="556257"/>
                  </a:lnTo>
                  <a:close/>
                </a:path>
                <a:path w="1068704" h="559435">
                  <a:moveTo>
                    <a:pt x="787908" y="559308"/>
                  </a:moveTo>
                  <a:lnTo>
                    <a:pt x="0" y="559308"/>
                  </a:lnTo>
                  <a:lnTo>
                    <a:pt x="806814" y="557794"/>
                  </a:lnTo>
                  <a:lnTo>
                    <a:pt x="787908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5071" y="3029711"/>
              <a:ext cx="1191767" cy="6827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877556" y="3090672"/>
              <a:ext cx="1068705" cy="559435"/>
            </a:xfrm>
            <a:custGeom>
              <a:avLst/>
              <a:gdLst/>
              <a:ahLst/>
              <a:cxnLst/>
              <a:rect l="l" t="t" r="r" b="b"/>
              <a:pathLst>
                <a:path w="1068704" h="559435">
                  <a:moveTo>
                    <a:pt x="787907" y="559308"/>
                  </a:moveTo>
                  <a:lnTo>
                    <a:pt x="0" y="559308"/>
                  </a:lnTo>
                  <a:lnTo>
                    <a:pt x="0" y="280416"/>
                  </a:lnTo>
                  <a:lnTo>
                    <a:pt x="3653" y="234790"/>
                  </a:lnTo>
                  <a:lnTo>
                    <a:pt x="14228" y="191560"/>
                  </a:lnTo>
                  <a:lnTo>
                    <a:pt x="31149" y="151293"/>
                  </a:lnTo>
                  <a:lnTo>
                    <a:pt x="53839" y="114556"/>
                  </a:lnTo>
                  <a:lnTo>
                    <a:pt x="81724" y="81915"/>
                  </a:lnTo>
                  <a:lnTo>
                    <a:pt x="114226" y="53937"/>
                  </a:lnTo>
                  <a:lnTo>
                    <a:pt x="150770" y="31190"/>
                  </a:lnTo>
                  <a:lnTo>
                    <a:pt x="190780" y="14240"/>
                  </a:lnTo>
                  <a:lnTo>
                    <a:pt x="233679" y="3654"/>
                  </a:lnTo>
                  <a:lnTo>
                    <a:pt x="278892" y="0"/>
                  </a:lnTo>
                  <a:lnTo>
                    <a:pt x="1068323" y="0"/>
                  </a:lnTo>
                  <a:lnTo>
                    <a:pt x="1068323" y="280416"/>
                  </a:lnTo>
                  <a:lnTo>
                    <a:pt x="1064669" y="325628"/>
                  </a:lnTo>
                  <a:lnTo>
                    <a:pt x="1054083" y="368527"/>
                  </a:lnTo>
                  <a:lnTo>
                    <a:pt x="1037133" y="408537"/>
                  </a:lnTo>
                  <a:lnTo>
                    <a:pt x="1014386" y="445081"/>
                  </a:lnTo>
                  <a:lnTo>
                    <a:pt x="986409" y="477583"/>
                  </a:lnTo>
                  <a:lnTo>
                    <a:pt x="953767" y="505468"/>
                  </a:lnTo>
                  <a:lnTo>
                    <a:pt x="917030" y="528158"/>
                  </a:lnTo>
                  <a:lnTo>
                    <a:pt x="876763" y="545079"/>
                  </a:lnTo>
                  <a:lnTo>
                    <a:pt x="833533" y="555654"/>
                  </a:lnTo>
                  <a:lnTo>
                    <a:pt x="787907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5071" y="3029711"/>
              <a:ext cx="1191767" cy="68275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088835" y="3140432"/>
            <a:ext cx="66230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175" dirty="0">
                <a:solidFill>
                  <a:srgbClr val="009900"/>
                </a:solidFill>
                <a:latin typeface="Trebuchet MS"/>
                <a:cs typeface="Trebuchet MS"/>
              </a:rPr>
              <a:t>866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364980" y="1671829"/>
            <a:ext cx="1188720" cy="681355"/>
            <a:chOff x="9364980" y="1671828"/>
            <a:chExt cx="1188720" cy="681355"/>
          </a:xfrm>
        </p:grpSpPr>
        <p:sp>
          <p:nvSpPr>
            <p:cNvPr id="24" name="object 24"/>
            <p:cNvSpPr/>
            <p:nvPr/>
          </p:nvSpPr>
          <p:spPr>
            <a:xfrm>
              <a:off x="9424416" y="1731263"/>
              <a:ext cx="1068705" cy="561340"/>
            </a:xfrm>
            <a:custGeom>
              <a:avLst/>
              <a:gdLst/>
              <a:ahLst/>
              <a:cxnLst/>
              <a:rect l="l" t="t" r="r" b="b"/>
              <a:pathLst>
                <a:path w="1068704" h="561339">
                  <a:moveTo>
                    <a:pt x="1066821" y="299031"/>
                  </a:moveTo>
                  <a:lnTo>
                    <a:pt x="1068324" y="0"/>
                  </a:lnTo>
                  <a:lnTo>
                    <a:pt x="1068324" y="280416"/>
                  </a:lnTo>
                  <a:lnTo>
                    <a:pt x="1066821" y="299031"/>
                  </a:lnTo>
                  <a:close/>
                </a:path>
                <a:path w="1068704" h="561339">
                  <a:moveTo>
                    <a:pt x="1062829" y="333160"/>
                  </a:moveTo>
                  <a:lnTo>
                    <a:pt x="1065248" y="318513"/>
                  </a:lnTo>
                  <a:lnTo>
                    <a:pt x="1064671" y="325671"/>
                  </a:lnTo>
                  <a:lnTo>
                    <a:pt x="1062829" y="333160"/>
                  </a:lnTo>
                  <a:close/>
                </a:path>
                <a:path w="1068704" h="561339">
                  <a:moveTo>
                    <a:pt x="1051873" y="373963"/>
                  </a:moveTo>
                  <a:lnTo>
                    <a:pt x="1055397" y="363390"/>
                  </a:lnTo>
                  <a:lnTo>
                    <a:pt x="1054095" y="368686"/>
                  </a:lnTo>
                  <a:lnTo>
                    <a:pt x="1051873" y="373963"/>
                  </a:lnTo>
                  <a:close/>
                </a:path>
                <a:path w="1068704" h="561339">
                  <a:moveTo>
                    <a:pt x="1035544" y="411507"/>
                  </a:moveTo>
                  <a:lnTo>
                    <a:pt x="1038830" y="404934"/>
                  </a:lnTo>
                  <a:lnTo>
                    <a:pt x="1037175" y="408866"/>
                  </a:lnTo>
                  <a:lnTo>
                    <a:pt x="1035544" y="411507"/>
                  </a:lnTo>
                  <a:close/>
                </a:path>
                <a:path w="1068704" h="561339">
                  <a:moveTo>
                    <a:pt x="1031537" y="417997"/>
                  </a:moveTo>
                  <a:lnTo>
                    <a:pt x="1033272" y="414528"/>
                  </a:lnTo>
                  <a:lnTo>
                    <a:pt x="1034336" y="413463"/>
                  </a:lnTo>
                  <a:lnTo>
                    <a:pt x="1031537" y="417997"/>
                  </a:lnTo>
                  <a:close/>
                </a:path>
                <a:path w="1068704" h="561339">
                  <a:moveTo>
                    <a:pt x="1027530" y="424486"/>
                  </a:moveTo>
                  <a:lnTo>
                    <a:pt x="1028700" y="422148"/>
                  </a:lnTo>
                  <a:lnTo>
                    <a:pt x="1028974" y="422148"/>
                  </a:lnTo>
                  <a:lnTo>
                    <a:pt x="1027530" y="424486"/>
                  </a:lnTo>
                  <a:close/>
                </a:path>
                <a:path w="1068704" h="561339">
                  <a:moveTo>
                    <a:pt x="1007276" y="454077"/>
                  </a:moveTo>
                  <a:lnTo>
                    <a:pt x="1008888" y="451104"/>
                  </a:lnTo>
                  <a:lnTo>
                    <a:pt x="1011936" y="448056"/>
                  </a:lnTo>
                  <a:lnTo>
                    <a:pt x="1013460" y="445008"/>
                  </a:lnTo>
                  <a:lnTo>
                    <a:pt x="1016508" y="441960"/>
                  </a:lnTo>
                  <a:lnTo>
                    <a:pt x="1018032" y="438912"/>
                  </a:lnTo>
                  <a:lnTo>
                    <a:pt x="1019580" y="437363"/>
                  </a:lnTo>
                  <a:lnTo>
                    <a:pt x="1014484" y="445617"/>
                  </a:lnTo>
                  <a:lnTo>
                    <a:pt x="1007276" y="454077"/>
                  </a:lnTo>
                  <a:close/>
                </a:path>
                <a:path w="1068704" h="561339">
                  <a:moveTo>
                    <a:pt x="1003890" y="458051"/>
                  </a:moveTo>
                  <a:lnTo>
                    <a:pt x="1004316" y="457200"/>
                  </a:lnTo>
                  <a:lnTo>
                    <a:pt x="1007276" y="454077"/>
                  </a:lnTo>
                  <a:lnTo>
                    <a:pt x="1003890" y="458051"/>
                  </a:lnTo>
                  <a:close/>
                </a:path>
                <a:path w="1068704" h="561339">
                  <a:moveTo>
                    <a:pt x="989051" y="475467"/>
                  </a:moveTo>
                  <a:lnTo>
                    <a:pt x="990600" y="472440"/>
                  </a:lnTo>
                  <a:lnTo>
                    <a:pt x="997567" y="465472"/>
                  </a:lnTo>
                  <a:lnTo>
                    <a:pt x="989051" y="475467"/>
                  </a:lnTo>
                  <a:close/>
                </a:path>
                <a:path w="1068704" h="561339">
                  <a:moveTo>
                    <a:pt x="982926" y="481522"/>
                  </a:moveTo>
                  <a:lnTo>
                    <a:pt x="989051" y="475467"/>
                  </a:lnTo>
                  <a:lnTo>
                    <a:pt x="986599" y="478345"/>
                  </a:lnTo>
                  <a:lnTo>
                    <a:pt x="982926" y="481522"/>
                  </a:lnTo>
                  <a:close/>
                </a:path>
                <a:path w="1068704" h="561339">
                  <a:moveTo>
                    <a:pt x="972502" y="490537"/>
                  </a:moveTo>
                  <a:lnTo>
                    <a:pt x="979932" y="483108"/>
                  </a:lnTo>
                  <a:lnTo>
                    <a:pt x="982926" y="481522"/>
                  </a:lnTo>
                  <a:lnTo>
                    <a:pt x="972502" y="490537"/>
                  </a:lnTo>
                  <a:close/>
                </a:path>
                <a:path w="1068704" h="561339">
                  <a:moveTo>
                    <a:pt x="961672" y="499904"/>
                  </a:moveTo>
                  <a:lnTo>
                    <a:pt x="964692" y="496824"/>
                  </a:lnTo>
                  <a:lnTo>
                    <a:pt x="965976" y="496181"/>
                  </a:lnTo>
                  <a:lnTo>
                    <a:pt x="961672" y="499904"/>
                  </a:lnTo>
                  <a:close/>
                </a:path>
                <a:path w="1068704" h="561339">
                  <a:moveTo>
                    <a:pt x="944955" y="512183"/>
                  </a:moveTo>
                  <a:lnTo>
                    <a:pt x="946404" y="510540"/>
                  </a:lnTo>
                  <a:lnTo>
                    <a:pt x="949452" y="509016"/>
                  </a:lnTo>
                  <a:lnTo>
                    <a:pt x="952500" y="505968"/>
                  </a:lnTo>
                  <a:lnTo>
                    <a:pt x="955548" y="504444"/>
                  </a:lnTo>
                  <a:lnTo>
                    <a:pt x="958596" y="501396"/>
                  </a:lnTo>
                  <a:lnTo>
                    <a:pt x="961672" y="499904"/>
                  </a:lnTo>
                  <a:lnTo>
                    <a:pt x="954097" y="506455"/>
                  </a:lnTo>
                  <a:lnTo>
                    <a:pt x="944955" y="512183"/>
                  </a:lnTo>
                  <a:close/>
                </a:path>
                <a:path w="1068704" h="561339">
                  <a:moveTo>
                    <a:pt x="940300" y="515100"/>
                  </a:moveTo>
                  <a:lnTo>
                    <a:pt x="941832" y="513588"/>
                  </a:lnTo>
                  <a:lnTo>
                    <a:pt x="944955" y="512183"/>
                  </a:lnTo>
                  <a:lnTo>
                    <a:pt x="940300" y="515100"/>
                  </a:lnTo>
                  <a:close/>
                </a:path>
                <a:path w="1068704" h="561339">
                  <a:moveTo>
                    <a:pt x="900724" y="536542"/>
                  </a:moveTo>
                  <a:lnTo>
                    <a:pt x="925068" y="524256"/>
                  </a:lnTo>
                  <a:lnTo>
                    <a:pt x="926592" y="522732"/>
                  </a:lnTo>
                  <a:lnTo>
                    <a:pt x="932688" y="519684"/>
                  </a:lnTo>
                  <a:lnTo>
                    <a:pt x="934212" y="518160"/>
                  </a:lnTo>
                  <a:lnTo>
                    <a:pt x="940300" y="515100"/>
                  </a:lnTo>
                  <a:lnTo>
                    <a:pt x="917553" y="529353"/>
                  </a:lnTo>
                  <a:lnTo>
                    <a:pt x="900724" y="536542"/>
                  </a:lnTo>
                  <a:close/>
                </a:path>
                <a:path w="1068704" h="561339">
                  <a:moveTo>
                    <a:pt x="789432" y="560832"/>
                  </a:moveTo>
                  <a:lnTo>
                    <a:pt x="0" y="560832"/>
                  </a:lnTo>
                  <a:lnTo>
                    <a:pt x="795528" y="559308"/>
                  </a:lnTo>
                  <a:lnTo>
                    <a:pt x="819912" y="557784"/>
                  </a:lnTo>
                  <a:lnTo>
                    <a:pt x="832104" y="556260"/>
                  </a:lnTo>
                  <a:lnTo>
                    <a:pt x="854964" y="551688"/>
                  </a:lnTo>
                  <a:lnTo>
                    <a:pt x="861060" y="550164"/>
                  </a:lnTo>
                  <a:lnTo>
                    <a:pt x="865632" y="548640"/>
                  </a:lnTo>
                  <a:lnTo>
                    <a:pt x="871728" y="547116"/>
                  </a:lnTo>
                  <a:lnTo>
                    <a:pt x="885444" y="542544"/>
                  </a:lnTo>
                  <a:lnTo>
                    <a:pt x="888492" y="541020"/>
                  </a:lnTo>
                  <a:lnTo>
                    <a:pt x="893064" y="539496"/>
                  </a:lnTo>
                  <a:lnTo>
                    <a:pt x="896112" y="537972"/>
                  </a:lnTo>
                  <a:lnTo>
                    <a:pt x="900724" y="536542"/>
                  </a:lnTo>
                  <a:lnTo>
                    <a:pt x="877543" y="546445"/>
                  </a:lnTo>
                  <a:lnTo>
                    <a:pt x="834644" y="557136"/>
                  </a:lnTo>
                  <a:lnTo>
                    <a:pt x="789432" y="560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64980" y="1671828"/>
              <a:ext cx="1188719" cy="6812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424415" y="1731264"/>
              <a:ext cx="1068705" cy="561340"/>
            </a:xfrm>
            <a:custGeom>
              <a:avLst/>
              <a:gdLst/>
              <a:ahLst/>
              <a:cxnLst/>
              <a:rect l="l" t="t" r="r" b="b"/>
              <a:pathLst>
                <a:path w="1068704" h="561339">
                  <a:moveTo>
                    <a:pt x="789431" y="560832"/>
                  </a:moveTo>
                  <a:lnTo>
                    <a:pt x="0" y="560832"/>
                  </a:lnTo>
                  <a:lnTo>
                    <a:pt x="0" y="280416"/>
                  </a:lnTo>
                  <a:lnTo>
                    <a:pt x="3653" y="235160"/>
                  </a:lnTo>
                  <a:lnTo>
                    <a:pt x="14228" y="192145"/>
                  </a:lnTo>
                  <a:lnTo>
                    <a:pt x="31149" y="151965"/>
                  </a:lnTo>
                  <a:lnTo>
                    <a:pt x="53839" y="115214"/>
                  </a:lnTo>
                  <a:lnTo>
                    <a:pt x="81724" y="82486"/>
                  </a:lnTo>
                  <a:lnTo>
                    <a:pt x="114226" y="54376"/>
                  </a:lnTo>
                  <a:lnTo>
                    <a:pt x="150770" y="31478"/>
                  </a:lnTo>
                  <a:lnTo>
                    <a:pt x="190780" y="14386"/>
                  </a:lnTo>
                  <a:lnTo>
                    <a:pt x="233679" y="3695"/>
                  </a:lnTo>
                  <a:lnTo>
                    <a:pt x="278892" y="0"/>
                  </a:lnTo>
                  <a:lnTo>
                    <a:pt x="1068323" y="0"/>
                  </a:lnTo>
                  <a:lnTo>
                    <a:pt x="1068323" y="280416"/>
                  </a:lnTo>
                  <a:lnTo>
                    <a:pt x="1064670" y="325671"/>
                  </a:lnTo>
                  <a:lnTo>
                    <a:pt x="1054095" y="368686"/>
                  </a:lnTo>
                  <a:lnTo>
                    <a:pt x="1037174" y="408866"/>
                  </a:lnTo>
                  <a:lnTo>
                    <a:pt x="1014484" y="445617"/>
                  </a:lnTo>
                  <a:lnTo>
                    <a:pt x="986599" y="478345"/>
                  </a:lnTo>
                  <a:lnTo>
                    <a:pt x="954097" y="506455"/>
                  </a:lnTo>
                  <a:lnTo>
                    <a:pt x="917553" y="529353"/>
                  </a:lnTo>
                  <a:lnTo>
                    <a:pt x="877543" y="546445"/>
                  </a:lnTo>
                  <a:lnTo>
                    <a:pt x="834644" y="557136"/>
                  </a:lnTo>
                  <a:lnTo>
                    <a:pt x="789431" y="560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64980" y="1671828"/>
              <a:ext cx="1188719" cy="6812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628137" y="1790234"/>
            <a:ext cx="66230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175" dirty="0">
                <a:solidFill>
                  <a:srgbClr val="009900"/>
                </a:solidFill>
                <a:latin typeface="Trebuchet MS"/>
                <a:cs typeface="Trebuchet MS"/>
              </a:rPr>
              <a:t>962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5898" y="1176527"/>
            <a:ext cx="9800810" cy="3590545"/>
            <a:chOff x="505897" y="1176527"/>
            <a:chExt cx="9800810" cy="3590545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02367" y="1388340"/>
              <a:ext cx="104340" cy="1920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35227" y="1389863"/>
              <a:ext cx="93738" cy="1874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92191" y="1389864"/>
              <a:ext cx="92237" cy="19052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52218" y="1389863"/>
              <a:ext cx="93738" cy="1874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15077" y="1176527"/>
              <a:ext cx="28411" cy="8839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5897" y="1186434"/>
              <a:ext cx="112917" cy="4000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21997" y="1185672"/>
              <a:ext cx="83964" cy="4069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62049" y="1185672"/>
              <a:ext cx="83964" cy="4069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56063" y="1197864"/>
              <a:ext cx="64443" cy="39471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5641" y="1284732"/>
              <a:ext cx="87035" cy="30784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0363" y="1284732"/>
              <a:ext cx="88647" cy="30784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979720" y="1284732"/>
              <a:ext cx="80682" cy="3017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11424" y="1284732"/>
              <a:ext cx="88647" cy="30784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11048" y="1285239"/>
              <a:ext cx="85282" cy="3073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89610" y="1284732"/>
              <a:ext cx="90258" cy="30784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14747" y="1289304"/>
              <a:ext cx="29071" cy="29717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6643" y="2005583"/>
              <a:ext cx="172880" cy="3078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32626" y="2005583"/>
              <a:ext cx="257778" cy="3017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283162" y="1901952"/>
              <a:ext cx="107272" cy="41147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34849" y="1901952"/>
              <a:ext cx="107272" cy="4114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007777" y="1906524"/>
              <a:ext cx="96194" cy="40081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294390" y="1906524"/>
              <a:ext cx="30461" cy="40081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549498" y="1907286"/>
              <a:ext cx="102412" cy="4000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918040" y="1907286"/>
              <a:ext cx="113614" cy="40005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94362" y="1906524"/>
              <a:ext cx="30461" cy="40081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195152" y="1907286"/>
              <a:ext cx="113614" cy="40005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589196" y="1906524"/>
              <a:ext cx="105814" cy="4008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952581" y="1907286"/>
              <a:ext cx="113614" cy="40005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296155" y="4588005"/>
              <a:ext cx="1016000" cy="116839"/>
            </a:xfrm>
            <a:custGeom>
              <a:avLst/>
              <a:gdLst/>
              <a:ahLst/>
              <a:cxnLst/>
              <a:rect l="l" t="t" r="r" b="b"/>
              <a:pathLst>
                <a:path w="1016000" h="116839">
                  <a:moveTo>
                    <a:pt x="1012323" y="4555"/>
                  </a:moveTo>
                  <a:lnTo>
                    <a:pt x="1013460" y="2282"/>
                  </a:lnTo>
                  <a:lnTo>
                    <a:pt x="1015742" y="0"/>
                  </a:lnTo>
                  <a:lnTo>
                    <a:pt x="1014484" y="2026"/>
                  </a:lnTo>
                  <a:lnTo>
                    <a:pt x="1012323" y="4555"/>
                  </a:lnTo>
                  <a:close/>
                </a:path>
                <a:path w="1016000" h="116839">
                  <a:moveTo>
                    <a:pt x="988436" y="32516"/>
                  </a:moveTo>
                  <a:lnTo>
                    <a:pt x="989076" y="31238"/>
                  </a:lnTo>
                  <a:lnTo>
                    <a:pt x="992183" y="28130"/>
                  </a:lnTo>
                  <a:lnTo>
                    <a:pt x="988436" y="32516"/>
                  </a:lnTo>
                  <a:close/>
                </a:path>
                <a:path w="1016000" h="116839">
                  <a:moveTo>
                    <a:pt x="979757" y="40556"/>
                  </a:moveTo>
                  <a:lnTo>
                    <a:pt x="982980" y="37334"/>
                  </a:lnTo>
                  <a:lnTo>
                    <a:pt x="984223" y="36712"/>
                  </a:lnTo>
                  <a:lnTo>
                    <a:pt x="979757" y="40556"/>
                  </a:lnTo>
                  <a:close/>
                </a:path>
                <a:path w="1016000" h="116839">
                  <a:moveTo>
                    <a:pt x="957017" y="60131"/>
                  </a:moveTo>
                  <a:lnTo>
                    <a:pt x="960120" y="57146"/>
                  </a:lnTo>
                  <a:lnTo>
                    <a:pt x="960990" y="56710"/>
                  </a:lnTo>
                  <a:lnTo>
                    <a:pt x="957017" y="60131"/>
                  </a:lnTo>
                  <a:close/>
                </a:path>
                <a:path w="1016000" h="116839">
                  <a:moveTo>
                    <a:pt x="951449" y="64293"/>
                  </a:moveTo>
                  <a:lnTo>
                    <a:pt x="954024" y="61718"/>
                  </a:lnTo>
                  <a:lnTo>
                    <a:pt x="957017" y="60131"/>
                  </a:lnTo>
                  <a:lnTo>
                    <a:pt x="954097" y="62644"/>
                  </a:lnTo>
                  <a:lnTo>
                    <a:pt x="951449" y="64293"/>
                  </a:lnTo>
                  <a:close/>
                </a:path>
                <a:path w="1016000" h="116839">
                  <a:moveTo>
                    <a:pt x="948240" y="66290"/>
                  </a:moveTo>
                  <a:lnTo>
                    <a:pt x="947928" y="66290"/>
                  </a:lnTo>
                  <a:lnTo>
                    <a:pt x="949517" y="65495"/>
                  </a:lnTo>
                  <a:lnTo>
                    <a:pt x="948240" y="66290"/>
                  </a:lnTo>
                  <a:close/>
                </a:path>
                <a:path w="1016000" h="116839">
                  <a:moveTo>
                    <a:pt x="906206" y="90199"/>
                  </a:moveTo>
                  <a:lnTo>
                    <a:pt x="924627" y="80988"/>
                  </a:lnTo>
                  <a:lnTo>
                    <a:pt x="917553" y="85392"/>
                  </a:lnTo>
                  <a:lnTo>
                    <a:pt x="906206" y="90199"/>
                  </a:lnTo>
                  <a:close/>
                </a:path>
                <a:path w="1016000" h="116839">
                  <a:moveTo>
                    <a:pt x="867075" y="104925"/>
                  </a:moveTo>
                  <a:lnTo>
                    <a:pt x="868680" y="104390"/>
                  </a:lnTo>
                  <a:lnTo>
                    <a:pt x="874776" y="102866"/>
                  </a:lnTo>
                  <a:lnTo>
                    <a:pt x="881953" y="100473"/>
                  </a:lnTo>
                  <a:lnTo>
                    <a:pt x="877543" y="102342"/>
                  </a:lnTo>
                  <a:lnTo>
                    <a:pt x="867075" y="104925"/>
                  </a:lnTo>
                  <a:close/>
                </a:path>
                <a:path w="1016000" h="116839">
                  <a:moveTo>
                    <a:pt x="826015" y="113625"/>
                  </a:moveTo>
                  <a:lnTo>
                    <a:pt x="836676" y="112010"/>
                  </a:lnTo>
                  <a:lnTo>
                    <a:pt x="845576" y="110230"/>
                  </a:lnTo>
                  <a:lnTo>
                    <a:pt x="834644" y="112927"/>
                  </a:lnTo>
                  <a:lnTo>
                    <a:pt x="826015" y="113625"/>
                  </a:lnTo>
                  <a:close/>
                </a:path>
                <a:path w="1016000" h="116839">
                  <a:moveTo>
                    <a:pt x="789432" y="116582"/>
                  </a:moveTo>
                  <a:lnTo>
                    <a:pt x="0" y="116582"/>
                  </a:lnTo>
                  <a:lnTo>
                    <a:pt x="808227" y="115063"/>
                  </a:lnTo>
                  <a:lnTo>
                    <a:pt x="789432" y="116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236720" y="4081272"/>
              <a:ext cx="1188719" cy="6858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296155" y="4145280"/>
              <a:ext cx="1068705" cy="559435"/>
            </a:xfrm>
            <a:custGeom>
              <a:avLst/>
              <a:gdLst/>
              <a:ahLst/>
              <a:cxnLst/>
              <a:rect l="l" t="t" r="r" b="b"/>
              <a:pathLst>
                <a:path w="1068704" h="559435">
                  <a:moveTo>
                    <a:pt x="789432" y="559308"/>
                  </a:moveTo>
                  <a:lnTo>
                    <a:pt x="0" y="559308"/>
                  </a:lnTo>
                  <a:lnTo>
                    <a:pt x="0" y="278892"/>
                  </a:lnTo>
                  <a:lnTo>
                    <a:pt x="3654" y="233679"/>
                  </a:lnTo>
                  <a:lnTo>
                    <a:pt x="14240" y="190780"/>
                  </a:lnTo>
                  <a:lnTo>
                    <a:pt x="31190" y="150770"/>
                  </a:lnTo>
                  <a:lnTo>
                    <a:pt x="53937" y="114226"/>
                  </a:lnTo>
                  <a:lnTo>
                    <a:pt x="81915" y="81724"/>
                  </a:lnTo>
                  <a:lnTo>
                    <a:pt x="114556" y="53839"/>
                  </a:lnTo>
                  <a:lnTo>
                    <a:pt x="151293" y="31149"/>
                  </a:lnTo>
                  <a:lnTo>
                    <a:pt x="191560" y="14228"/>
                  </a:lnTo>
                  <a:lnTo>
                    <a:pt x="234790" y="3653"/>
                  </a:lnTo>
                  <a:lnTo>
                    <a:pt x="280416" y="0"/>
                  </a:lnTo>
                  <a:lnTo>
                    <a:pt x="1068324" y="0"/>
                  </a:lnTo>
                  <a:lnTo>
                    <a:pt x="1068324" y="278892"/>
                  </a:lnTo>
                  <a:lnTo>
                    <a:pt x="1064670" y="324517"/>
                  </a:lnTo>
                  <a:lnTo>
                    <a:pt x="1054095" y="367747"/>
                  </a:lnTo>
                  <a:lnTo>
                    <a:pt x="1037174" y="408014"/>
                  </a:lnTo>
                  <a:lnTo>
                    <a:pt x="1014484" y="444751"/>
                  </a:lnTo>
                  <a:lnTo>
                    <a:pt x="986599" y="477392"/>
                  </a:lnTo>
                  <a:lnTo>
                    <a:pt x="954097" y="505370"/>
                  </a:lnTo>
                  <a:lnTo>
                    <a:pt x="917553" y="528117"/>
                  </a:lnTo>
                  <a:lnTo>
                    <a:pt x="877543" y="545067"/>
                  </a:lnTo>
                  <a:lnTo>
                    <a:pt x="834644" y="555653"/>
                  </a:lnTo>
                  <a:lnTo>
                    <a:pt x="789432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36720" y="4081272"/>
              <a:ext cx="1188719" cy="685800"/>
            </a:xfrm>
            <a:prstGeom prst="rect">
              <a:avLst/>
            </a:prstGeom>
          </p:spPr>
        </p:pic>
      </p:grpSp>
      <p:sp>
        <p:nvSpPr>
          <p:cNvPr id="62" name="object 62" descr="$PPTXTitle"/>
          <p:cNvSpPr txBox="1">
            <a:spLocks noGrp="1"/>
          </p:cNvSpPr>
          <p:nvPr>
            <p:ph type="title"/>
          </p:nvPr>
        </p:nvSpPr>
        <p:spPr>
          <a:xfrm>
            <a:off x="1353953" y="727821"/>
            <a:ext cx="10736632" cy="987479"/>
          </a:xfrm>
          <a:prstGeom prst="rect">
            <a:avLst/>
          </a:prstGeom>
        </p:spPr>
        <p:txBody>
          <a:bodyPr vert="horz" wrap="square" lIns="0" tIns="261649" rIns="0" bIns="0" rtlCol="0">
            <a:spAutoFit/>
          </a:bodyPr>
          <a:lstStyle/>
          <a:p>
            <a:pPr marL="2868457">
              <a:spcBef>
                <a:spcPts val="140"/>
              </a:spcBef>
            </a:pPr>
            <a:r>
              <a:rPr sz="4700" b="0" spc="65" dirty="0">
                <a:solidFill>
                  <a:srgbClr val="FFFF00"/>
                </a:solidFill>
                <a:latin typeface="Franklin Gothic Medium"/>
                <a:cs typeface="Franklin Gothic Medium"/>
              </a:rPr>
              <a:t>trajeto</a:t>
            </a:r>
            <a:endParaRPr sz="4700">
              <a:latin typeface="Franklin Gothic Medium"/>
              <a:cs typeface="Franklin Gothic Medium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62102" y="6531413"/>
            <a:ext cx="3746500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Fonte: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Anuário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Estatístico</a:t>
            </a:r>
            <a:r>
              <a:rPr sz="12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Acidentes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Trabalho</a:t>
            </a:r>
            <a:r>
              <a:rPr sz="1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AEAT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06600" y="4189038"/>
            <a:ext cx="448309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170" dirty="0">
                <a:solidFill>
                  <a:srgbClr val="009900"/>
                </a:solidFill>
                <a:latin typeface="Trebuchet MS"/>
                <a:cs typeface="Trebuchet MS"/>
              </a:rPr>
              <a:t>80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641357" y="3776355"/>
            <a:ext cx="507255" cy="242433"/>
            <a:chOff x="4641356" y="3776354"/>
            <a:chExt cx="507255" cy="242433"/>
          </a:xfrm>
        </p:grpSpPr>
        <p:pic>
          <p:nvPicPr>
            <p:cNvPr id="66" name="object 6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881514" y="3776354"/>
              <a:ext cx="63011" cy="3516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33686" y="3826740"/>
              <a:ext cx="114925" cy="19204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641356" y="3828264"/>
              <a:ext cx="139112" cy="19052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862228" y="3828263"/>
              <a:ext cx="110368" cy="18747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9335599" y="2908839"/>
            <a:ext cx="75438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350" dirty="0">
                <a:solidFill>
                  <a:srgbClr val="FFFF00"/>
                </a:solidFill>
                <a:latin typeface="Trebuchet MS"/>
                <a:cs typeface="Trebuchet MS"/>
              </a:rPr>
              <a:t>11%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820155" y="2410967"/>
            <a:ext cx="4442459" cy="1816608"/>
            <a:chOff x="5820155" y="2410967"/>
            <a:chExt cx="4442459" cy="1816608"/>
          </a:xfrm>
        </p:grpSpPr>
        <p:pic>
          <p:nvPicPr>
            <p:cNvPr id="72" name="object 7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651491" y="2410967"/>
              <a:ext cx="611123" cy="6111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22209" y="3282672"/>
              <a:ext cx="95267" cy="19204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166768" y="3284195"/>
              <a:ext cx="93738" cy="18747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484533" y="3284195"/>
              <a:ext cx="92226" cy="18747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42256" y="3284195"/>
              <a:ext cx="93738" cy="18747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879591" y="3607307"/>
              <a:ext cx="1069975" cy="559435"/>
            </a:xfrm>
            <a:custGeom>
              <a:avLst/>
              <a:gdLst/>
              <a:ahLst/>
              <a:cxnLst/>
              <a:rect l="l" t="t" r="r" b="b"/>
              <a:pathLst>
                <a:path w="1069975" h="559435">
                  <a:moveTo>
                    <a:pt x="1068369" y="298707"/>
                  </a:moveTo>
                  <a:lnTo>
                    <a:pt x="1068440" y="275844"/>
                  </a:lnTo>
                  <a:lnTo>
                    <a:pt x="1069848" y="0"/>
                  </a:lnTo>
                  <a:lnTo>
                    <a:pt x="1069848" y="280416"/>
                  </a:lnTo>
                  <a:lnTo>
                    <a:pt x="1068369" y="298707"/>
                  </a:lnTo>
                  <a:close/>
                </a:path>
                <a:path w="1069975" h="559435">
                  <a:moveTo>
                    <a:pt x="1062303" y="341394"/>
                  </a:moveTo>
                  <a:lnTo>
                    <a:pt x="1065276" y="326136"/>
                  </a:lnTo>
                  <a:lnTo>
                    <a:pt x="1066800" y="315468"/>
                  </a:lnTo>
                  <a:lnTo>
                    <a:pt x="1068369" y="298707"/>
                  </a:lnTo>
                  <a:lnTo>
                    <a:pt x="1066193" y="325628"/>
                  </a:lnTo>
                  <a:lnTo>
                    <a:pt x="1062303" y="341394"/>
                  </a:lnTo>
                  <a:close/>
                </a:path>
                <a:path w="1069975" h="559435">
                  <a:moveTo>
                    <a:pt x="1051606" y="377971"/>
                  </a:moveTo>
                  <a:lnTo>
                    <a:pt x="1057656" y="359664"/>
                  </a:lnTo>
                  <a:lnTo>
                    <a:pt x="1062303" y="341394"/>
                  </a:lnTo>
                  <a:lnTo>
                    <a:pt x="1055607" y="368527"/>
                  </a:lnTo>
                  <a:lnTo>
                    <a:pt x="1051606" y="377971"/>
                  </a:lnTo>
                  <a:close/>
                </a:path>
                <a:path w="1069975" h="559435">
                  <a:moveTo>
                    <a:pt x="1048406" y="385527"/>
                  </a:moveTo>
                  <a:lnTo>
                    <a:pt x="1050036" y="381000"/>
                  </a:lnTo>
                  <a:lnTo>
                    <a:pt x="1051606" y="377971"/>
                  </a:lnTo>
                  <a:lnTo>
                    <a:pt x="1048406" y="385527"/>
                  </a:lnTo>
                  <a:close/>
                </a:path>
                <a:path w="1069975" h="559435">
                  <a:moveTo>
                    <a:pt x="1043878" y="396213"/>
                  </a:moveTo>
                  <a:lnTo>
                    <a:pt x="1045464" y="391668"/>
                  </a:lnTo>
                  <a:lnTo>
                    <a:pt x="1048406" y="385527"/>
                  </a:lnTo>
                  <a:lnTo>
                    <a:pt x="1043878" y="396213"/>
                  </a:lnTo>
                  <a:close/>
                </a:path>
                <a:path w="1069975" h="559435">
                  <a:moveTo>
                    <a:pt x="1034891" y="414587"/>
                  </a:moveTo>
                  <a:lnTo>
                    <a:pt x="1043878" y="396213"/>
                  </a:lnTo>
                  <a:lnTo>
                    <a:pt x="1038657" y="408537"/>
                  </a:lnTo>
                  <a:lnTo>
                    <a:pt x="1034891" y="414587"/>
                  </a:lnTo>
                  <a:close/>
                </a:path>
                <a:path w="1069975" h="559435">
                  <a:moveTo>
                    <a:pt x="1030196" y="422130"/>
                  </a:moveTo>
                  <a:lnTo>
                    <a:pt x="1033272" y="416052"/>
                  </a:lnTo>
                  <a:lnTo>
                    <a:pt x="1034891" y="414587"/>
                  </a:lnTo>
                  <a:lnTo>
                    <a:pt x="1030196" y="422130"/>
                  </a:lnTo>
                  <a:close/>
                </a:path>
                <a:path w="1069975" h="559435">
                  <a:moveTo>
                    <a:pt x="1026507" y="428056"/>
                  </a:moveTo>
                  <a:lnTo>
                    <a:pt x="1028700" y="423672"/>
                  </a:lnTo>
                  <a:lnTo>
                    <a:pt x="1030196" y="422130"/>
                  </a:lnTo>
                  <a:lnTo>
                    <a:pt x="1026507" y="428056"/>
                  </a:lnTo>
                  <a:close/>
                </a:path>
                <a:path w="1069975" h="559435">
                  <a:moveTo>
                    <a:pt x="1022598" y="434336"/>
                  </a:moveTo>
                  <a:lnTo>
                    <a:pt x="1024128" y="431292"/>
                  </a:lnTo>
                  <a:lnTo>
                    <a:pt x="1025096" y="430323"/>
                  </a:lnTo>
                  <a:lnTo>
                    <a:pt x="1022598" y="434336"/>
                  </a:lnTo>
                  <a:close/>
                </a:path>
                <a:path w="1069975" h="559435">
                  <a:moveTo>
                    <a:pt x="1006340" y="456198"/>
                  </a:moveTo>
                  <a:lnTo>
                    <a:pt x="1007364" y="454152"/>
                  </a:lnTo>
                  <a:lnTo>
                    <a:pt x="1010412" y="451104"/>
                  </a:lnTo>
                  <a:lnTo>
                    <a:pt x="1011936" y="448056"/>
                  </a:lnTo>
                  <a:lnTo>
                    <a:pt x="1014984" y="445008"/>
                  </a:lnTo>
                  <a:lnTo>
                    <a:pt x="1016508" y="441960"/>
                  </a:lnTo>
                  <a:lnTo>
                    <a:pt x="1019556" y="438912"/>
                  </a:lnTo>
                  <a:lnTo>
                    <a:pt x="1021080" y="435864"/>
                  </a:lnTo>
                  <a:lnTo>
                    <a:pt x="1022598" y="434336"/>
                  </a:lnTo>
                  <a:lnTo>
                    <a:pt x="1015956" y="445008"/>
                  </a:lnTo>
                  <a:lnTo>
                    <a:pt x="1006340" y="456198"/>
                  </a:lnTo>
                  <a:close/>
                </a:path>
                <a:path w="1069975" h="559435">
                  <a:moveTo>
                    <a:pt x="995064" y="469299"/>
                  </a:moveTo>
                  <a:lnTo>
                    <a:pt x="996696" y="466344"/>
                  </a:lnTo>
                  <a:lnTo>
                    <a:pt x="1003245" y="459794"/>
                  </a:lnTo>
                  <a:lnTo>
                    <a:pt x="995064" y="469299"/>
                  </a:lnTo>
                  <a:close/>
                </a:path>
                <a:path w="1069975" h="559435">
                  <a:moveTo>
                    <a:pt x="981168" y="483362"/>
                  </a:moveTo>
                  <a:lnTo>
                    <a:pt x="995064" y="469299"/>
                  </a:lnTo>
                  <a:lnTo>
                    <a:pt x="987933" y="477583"/>
                  </a:lnTo>
                  <a:lnTo>
                    <a:pt x="981168" y="483362"/>
                  </a:lnTo>
                  <a:close/>
                </a:path>
                <a:path w="1069975" h="559435">
                  <a:moveTo>
                    <a:pt x="970938" y="492102"/>
                  </a:moveTo>
                  <a:lnTo>
                    <a:pt x="975360" y="487680"/>
                  </a:lnTo>
                  <a:lnTo>
                    <a:pt x="977178" y="486770"/>
                  </a:lnTo>
                  <a:lnTo>
                    <a:pt x="970938" y="492102"/>
                  </a:lnTo>
                  <a:close/>
                </a:path>
                <a:path w="1069975" h="559435">
                  <a:moveTo>
                    <a:pt x="961727" y="499970"/>
                  </a:moveTo>
                  <a:lnTo>
                    <a:pt x="963168" y="498348"/>
                  </a:lnTo>
                  <a:lnTo>
                    <a:pt x="964273" y="497795"/>
                  </a:lnTo>
                  <a:lnTo>
                    <a:pt x="961727" y="499970"/>
                  </a:lnTo>
                  <a:close/>
                </a:path>
                <a:path w="1069975" h="559435">
                  <a:moveTo>
                    <a:pt x="949478" y="509058"/>
                  </a:moveTo>
                  <a:lnTo>
                    <a:pt x="952500" y="505968"/>
                  </a:lnTo>
                  <a:lnTo>
                    <a:pt x="955548" y="504444"/>
                  </a:lnTo>
                  <a:lnTo>
                    <a:pt x="958596" y="501396"/>
                  </a:lnTo>
                  <a:lnTo>
                    <a:pt x="961727" y="499970"/>
                  </a:lnTo>
                  <a:lnTo>
                    <a:pt x="955292" y="505468"/>
                  </a:lnTo>
                  <a:lnTo>
                    <a:pt x="949478" y="509058"/>
                  </a:lnTo>
                  <a:close/>
                </a:path>
                <a:path w="1069975" h="559435">
                  <a:moveTo>
                    <a:pt x="944806" y="511944"/>
                  </a:moveTo>
                  <a:lnTo>
                    <a:pt x="946404" y="510540"/>
                  </a:lnTo>
                  <a:lnTo>
                    <a:pt x="949478" y="509058"/>
                  </a:lnTo>
                  <a:lnTo>
                    <a:pt x="944806" y="511944"/>
                  </a:lnTo>
                  <a:close/>
                </a:path>
                <a:path w="1069975" h="559435">
                  <a:moveTo>
                    <a:pt x="941325" y="514094"/>
                  </a:moveTo>
                  <a:lnTo>
                    <a:pt x="941832" y="513588"/>
                  </a:lnTo>
                  <a:lnTo>
                    <a:pt x="944806" y="511944"/>
                  </a:lnTo>
                  <a:lnTo>
                    <a:pt x="941325" y="514094"/>
                  </a:lnTo>
                  <a:close/>
                </a:path>
                <a:path w="1069975" h="559435">
                  <a:moveTo>
                    <a:pt x="933353" y="519018"/>
                  </a:moveTo>
                  <a:lnTo>
                    <a:pt x="934212" y="518160"/>
                  </a:lnTo>
                  <a:lnTo>
                    <a:pt x="937000" y="516765"/>
                  </a:lnTo>
                  <a:lnTo>
                    <a:pt x="933353" y="519018"/>
                  </a:lnTo>
                  <a:close/>
                </a:path>
                <a:path w="1069975" h="559435">
                  <a:moveTo>
                    <a:pt x="925014" y="524169"/>
                  </a:moveTo>
                  <a:lnTo>
                    <a:pt x="926592" y="522732"/>
                  </a:lnTo>
                  <a:lnTo>
                    <a:pt x="930523" y="520766"/>
                  </a:lnTo>
                  <a:lnTo>
                    <a:pt x="925014" y="524169"/>
                  </a:lnTo>
                  <a:close/>
                </a:path>
                <a:path w="1069975" h="559435">
                  <a:moveTo>
                    <a:pt x="910455" y="531562"/>
                  </a:moveTo>
                  <a:lnTo>
                    <a:pt x="925014" y="524169"/>
                  </a:lnTo>
                  <a:lnTo>
                    <a:pt x="918554" y="528158"/>
                  </a:lnTo>
                  <a:lnTo>
                    <a:pt x="910455" y="531562"/>
                  </a:lnTo>
                  <a:close/>
                </a:path>
                <a:path w="1069975" h="559435">
                  <a:moveTo>
                    <a:pt x="870865" y="546895"/>
                  </a:moveTo>
                  <a:lnTo>
                    <a:pt x="885865" y="541895"/>
                  </a:lnTo>
                  <a:lnTo>
                    <a:pt x="878287" y="545079"/>
                  </a:lnTo>
                  <a:lnTo>
                    <a:pt x="870865" y="546895"/>
                  </a:lnTo>
                  <a:close/>
                </a:path>
                <a:path w="1069975" h="559435">
                  <a:moveTo>
                    <a:pt x="827531" y="556257"/>
                  </a:moveTo>
                  <a:lnTo>
                    <a:pt x="843385" y="553617"/>
                  </a:lnTo>
                  <a:lnTo>
                    <a:pt x="835057" y="555655"/>
                  </a:lnTo>
                  <a:lnTo>
                    <a:pt x="827531" y="556257"/>
                  </a:lnTo>
                  <a:close/>
                </a:path>
                <a:path w="1069975" h="559435">
                  <a:moveTo>
                    <a:pt x="789432" y="559308"/>
                  </a:moveTo>
                  <a:lnTo>
                    <a:pt x="0" y="559308"/>
                  </a:lnTo>
                  <a:lnTo>
                    <a:pt x="808338" y="557794"/>
                  </a:lnTo>
                  <a:lnTo>
                    <a:pt x="789432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820155" y="3546348"/>
              <a:ext cx="1188720" cy="68122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879591" y="3607308"/>
              <a:ext cx="1069975" cy="559435"/>
            </a:xfrm>
            <a:custGeom>
              <a:avLst/>
              <a:gdLst/>
              <a:ahLst/>
              <a:cxnLst/>
              <a:rect l="l" t="t" r="r" b="b"/>
              <a:pathLst>
                <a:path w="1069975" h="559435">
                  <a:moveTo>
                    <a:pt x="789432" y="559308"/>
                  </a:moveTo>
                  <a:lnTo>
                    <a:pt x="0" y="559308"/>
                  </a:lnTo>
                  <a:lnTo>
                    <a:pt x="0" y="280416"/>
                  </a:lnTo>
                  <a:lnTo>
                    <a:pt x="3695" y="234790"/>
                  </a:lnTo>
                  <a:lnTo>
                    <a:pt x="14386" y="191560"/>
                  </a:lnTo>
                  <a:lnTo>
                    <a:pt x="31478" y="151293"/>
                  </a:lnTo>
                  <a:lnTo>
                    <a:pt x="54376" y="114556"/>
                  </a:lnTo>
                  <a:lnTo>
                    <a:pt x="82486" y="81915"/>
                  </a:lnTo>
                  <a:lnTo>
                    <a:pt x="115214" y="53937"/>
                  </a:lnTo>
                  <a:lnTo>
                    <a:pt x="151965" y="31190"/>
                  </a:lnTo>
                  <a:lnTo>
                    <a:pt x="192145" y="14240"/>
                  </a:lnTo>
                  <a:lnTo>
                    <a:pt x="235160" y="3654"/>
                  </a:lnTo>
                  <a:lnTo>
                    <a:pt x="280416" y="0"/>
                  </a:lnTo>
                  <a:lnTo>
                    <a:pt x="1069847" y="0"/>
                  </a:lnTo>
                  <a:lnTo>
                    <a:pt x="1069847" y="280416"/>
                  </a:lnTo>
                  <a:lnTo>
                    <a:pt x="1066193" y="325628"/>
                  </a:lnTo>
                  <a:lnTo>
                    <a:pt x="1055607" y="368527"/>
                  </a:lnTo>
                  <a:lnTo>
                    <a:pt x="1038657" y="408537"/>
                  </a:lnTo>
                  <a:lnTo>
                    <a:pt x="1015910" y="445081"/>
                  </a:lnTo>
                  <a:lnTo>
                    <a:pt x="987933" y="477583"/>
                  </a:lnTo>
                  <a:lnTo>
                    <a:pt x="955291" y="505468"/>
                  </a:lnTo>
                  <a:lnTo>
                    <a:pt x="918554" y="528158"/>
                  </a:lnTo>
                  <a:lnTo>
                    <a:pt x="878287" y="545079"/>
                  </a:lnTo>
                  <a:lnTo>
                    <a:pt x="835057" y="555654"/>
                  </a:lnTo>
                  <a:lnTo>
                    <a:pt x="789432" y="559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820155" y="3546348"/>
              <a:ext cx="1188720" cy="68122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6092444" y="3657073"/>
            <a:ext cx="66230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175" dirty="0">
                <a:solidFill>
                  <a:srgbClr val="009900"/>
                </a:solidFill>
                <a:latin typeface="Trebuchet MS"/>
                <a:cs typeface="Trebuchet MS"/>
              </a:rPr>
              <a:t>736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78811" y="4403912"/>
            <a:ext cx="107569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220" dirty="0">
                <a:solidFill>
                  <a:srgbClr val="FFFF00"/>
                </a:solidFill>
                <a:latin typeface="Trebuchet MS"/>
                <a:cs typeface="Trebuchet MS"/>
              </a:rPr>
              <a:t>14,5%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83" name="object 8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174993" y="3898391"/>
            <a:ext cx="611123" cy="611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t="6000" b="12232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4206" y="1049516"/>
            <a:ext cx="9123045" cy="157575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algn="ctr">
              <a:lnSpc>
                <a:spcPct val="101400"/>
              </a:lnSpc>
              <a:spcBef>
                <a:spcPts val="15"/>
              </a:spcBef>
            </a:pPr>
            <a:r>
              <a:rPr dirty="0">
                <a:latin typeface="Arial"/>
                <a:cs typeface="Arial"/>
              </a:rPr>
              <a:t>É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preciso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ter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mente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z="2450" spc="-50" dirty="0">
                <a:solidFill>
                  <a:srgbClr val="FFFF00"/>
                </a:solidFill>
                <a:latin typeface="Arial"/>
                <a:cs typeface="Arial"/>
              </a:rPr>
              <a:t>o </a:t>
            </a:r>
            <a:r>
              <a:rPr sz="2450" dirty="0">
                <a:solidFill>
                  <a:srgbClr val="FFFF00"/>
                </a:solidFill>
                <a:latin typeface="Arial"/>
                <a:cs typeface="Arial"/>
              </a:rPr>
              <a:t>sinistro</a:t>
            </a:r>
            <a:r>
              <a:rPr sz="2450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50" b="0" dirty="0">
                <a:latin typeface="Arial MT"/>
                <a:cs typeface="Arial MT"/>
              </a:rPr>
              <a:t>não</a:t>
            </a:r>
            <a:r>
              <a:rPr sz="2450" b="0" spc="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acontece</a:t>
            </a:r>
            <a:r>
              <a:rPr sz="2450" b="0" spc="-20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por</a:t>
            </a:r>
            <a:r>
              <a:rPr sz="2450" b="0" spc="-25" dirty="0"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00"/>
                </a:solidFill>
                <a:latin typeface="Arial"/>
                <a:cs typeface="Arial"/>
              </a:rPr>
              <a:t>acaso</a:t>
            </a:r>
            <a:r>
              <a:rPr sz="2450" b="0" dirty="0">
                <a:latin typeface="Arial MT"/>
                <a:cs typeface="Arial MT"/>
              </a:rPr>
              <a:t>,</a:t>
            </a:r>
            <a:r>
              <a:rPr sz="2450" b="0" spc="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obra</a:t>
            </a:r>
            <a:r>
              <a:rPr sz="2450" b="0" spc="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do</a:t>
            </a:r>
            <a:r>
              <a:rPr sz="2450" b="0" spc="-20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destino</a:t>
            </a:r>
            <a:r>
              <a:rPr sz="2450" b="0" spc="-20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ou</a:t>
            </a:r>
            <a:r>
              <a:rPr sz="2450" b="0" spc="-20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por</a:t>
            </a:r>
            <a:r>
              <a:rPr sz="2450" b="0" spc="-10" dirty="0">
                <a:latin typeface="Arial MT"/>
                <a:cs typeface="Arial MT"/>
              </a:rPr>
              <a:t> azar.</a:t>
            </a: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50" b="0" dirty="0">
                <a:latin typeface="Arial MT"/>
                <a:cs typeface="Arial MT"/>
              </a:rPr>
              <a:t>Na grande</a:t>
            </a:r>
            <a:r>
              <a:rPr sz="2450" b="0" spc="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maioria,</a:t>
            </a:r>
            <a:r>
              <a:rPr sz="2450" b="0" spc="-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o</a:t>
            </a:r>
            <a:r>
              <a:rPr sz="2450" b="0" spc="-2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fator</a:t>
            </a:r>
            <a:r>
              <a:rPr sz="2450" b="0" spc="-3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humano</a:t>
            </a:r>
            <a:r>
              <a:rPr sz="2450" b="0" spc="5" dirty="0">
                <a:latin typeface="Arial MT"/>
                <a:cs typeface="Arial MT"/>
              </a:rPr>
              <a:t> </a:t>
            </a:r>
            <a:r>
              <a:rPr sz="2450" b="0" dirty="0">
                <a:latin typeface="Arial MT"/>
                <a:cs typeface="Arial MT"/>
              </a:rPr>
              <a:t>está</a:t>
            </a:r>
            <a:r>
              <a:rPr sz="2450" b="0" spc="-20" dirty="0"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00"/>
                </a:solidFill>
                <a:latin typeface="Arial"/>
                <a:cs typeface="Arial"/>
              </a:rPr>
              <a:t>SEMPRE</a:t>
            </a:r>
            <a:r>
              <a:rPr sz="2450" spc="-4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FFFF00"/>
                </a:solidFill>
                <a:latin typeface="Arial"/>
                <a:cs typeface="Arial"/>
              </a:rPr>
              <a:t>presente</a:t>
            </a:r>
            <a:r>
              <a:rPr sz="2450" b="0" spc="-10" dirty="0">
                <a:solidFill>
                  <a:srgbClr val="FFFF00"/>
                </a:solidFill>
                <a:latin typeface="Arial MT"/>
                <a:cs typeface="Arial MT"/>
              </a:rPr>
              <a:t>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923" y="4835208"/>
            <a:ext cx="9923145" cy="19601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3150" b="1" dirty="0">
                <a:solidFill>
                  <a:srgbClr val="FFFF00"/>
                </a:solidFill>
                <a:latin typeface="Arial"/>
                <a:cs typeface="Arial"/>
              </a:rPr>
              <a:t>90%</a:t>
            </a:r>
            <a:r>
              <a:rPr sz="3150" b="1" spc="4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22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causados</a:t>
            </a:r>
            <a:r>
              <a:rPr sz="22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sz="22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falhas</a:t>
            </a:r>
            <a:r>
              <a:rPr sz="22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humanas</a:t>
            </a:r>
            <a:endParaRPr sz="2250">
              <a:latin typeface="Arial"/>
              <a:cs typeface="Arial"/>
            </a:endParaRPr>
          </a:p>
          <a:p>
            <a:pPr marL="1465027">
              <a:spcBef>
                <a:spcPts val="10"/>
              </a:spcBef>
            </a:pPr>
            <a:r>
              <a:rPr sz="3150" b="1" dirty="0">
                <a:solidFill>
                  <a:srgbClr val="FFFF00"/>
                </a:solidFill>
                <a:latin typeface="Arial"/>
                <a:cs typeface="Arial"/>
              </a:rPr>
              <a:t>4%</a:t>
            </a:r>
            <a:r>
              <a:rPr sz="3150" b="1" spc="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22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causados</a:t>
            </a:r>
            <a:r>
              <a:rPr sz="22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sz="22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falhas</a:t>
            </a:r>
            <a:r>
              <a:rPr sz="22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Arial"/>
                <a:cs typeface="Arial"/>
              </a:rPr>
              <a:t>mecânicas</a:t>
            </a:r>
            <a:endParaRPr sz="2250">
              <a:latin typeface="Arial"/>
              <a:cs typeface="Arial"/>
            </a:endParaRPr>
          </a:p>
          <a:p>
            <a:pPr marL="2757326"/>
            <a:r>
              <a:rPr sz="3150" b="1" dirty="0">
                <a:solidFill>
                  <a:srgbClr val="FFFF00"/>
                </a:solidFill>
                <a:latin typeface="Arial"/>
                <a:cs typeface="Arial"/>
              </a:rPr>
              <a:t>6%</a:t>
            </a:r>
            <a:r>
              <a:rPr sz="3150" b="1" spc="5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22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considerados</a:t>
            </a:r>
            <a:r>
              <a:rPr sz="22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22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22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condições</a:t>
            </a:r>
            <a:r>
              <a:rPr sz="22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das</a:t>
            </a:r>
            <a:r>
              <a:rPr sz="225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b="1" spc="-20" dirty="0">
                <a:solidFill>
                  <a:srgbClr val="FFFFFF"/>
                </a:solidFill>
                <a:latin typeface="Arial"/>
                <a:cs typeface="Arial"/>
              </a:rPr>
              <a:t>vias</a:t>
            </a:r>
            <a:endParaRPr sz="225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2701"/>
            <a:r>
              <a:rPr sz="950" b="1" dirty="0">
                <a:solidFill>
                  <a:srgbClr val="FFFFFF"/>
                </a:solidFill>
                <a:latin typeface="Arial"/>
                <a:cs typeface="Arial"/>
              </a:rPr>
              <a:t>Fonte:</a:t>
            </a: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ONSV</a:t>
            </a:r>
            <a:r>
              <a:rPr sz="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(OBSERVATÓRIO</a:t>
            </a:r>
            <a:r>
              <a:rPr sz="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Nacional</a:t>
            </a:r>
            <a:r>
              <a:rPr sz="9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Segurança</a:t>
            </a:r>
            <a:r>
              <a:rPr sz="9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Arial MT"/>
                <a:cs typeface="Arial MT"/>
              </a:rPr>
              <a:t>Viária)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383" cy="6013703"/>
            <a:chOff x="0" y="772668"/>
            <a:chExt cx="10692383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rcRect l="1204" r="1204"/>
            <a:stretch>
              <a:fillRect/>
            </a:stretch>
          </p:blipFill>
          <p:spPr>
            <a:xfrm>
              <a:off x="0" y="772668"/>
              <a:ext cx="5868923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0811" y="779271"/>
              <a:ext cx="6481572" cy="60071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87262" y="3402533"/>
            <a:ext cx="1514475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1"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Tema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das</a:t>
            </a:r>
            <a:r>
              <a:rPr sz="1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camp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4632" y="3402533"/>
            <a:ext cx="1426845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1"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trânsito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682" y="3643384"/>
            <a:ext cx="3456304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1">
              <a:spcBef>
                <a:spcPts val="130"/>
              </a:spcBef>
              <a:tabLst>
                <a:tab pos="2617618" algn="l"/>
              </a:tabLst>
            </a:pPr>
            <a:r>
              <a:rPr sz="1550" i="1" spc="-10" dirty="0">
                <a:solidFill>
                  <a:srgbClr val="FFFFFF"/>
                </a:solidFill>
                <a:latin typeface="Arial"/>
                <a:cs typeface="Arial"/>
              </a:rPr>
              <a:t>“Desacel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	é</a:t>
            </a:r>
            <a:r>
              <a:rPr sz="1550" i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550" i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Arial"/>
                <a:cs typeface="Arial"/>
              </a:rPr>
              <a:t>vida.”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83024" y="772667"/>
            <a:ext cx="6309360" cy="6014085"/>
          </a:xfrm>
          <a:custGeom>
            <a:avLst/>
            <a:gdLst/>
            <a:ahLst/>
            <a:cxnLst/>
            <a:rect l="l" t="t" r="r" b="b"/>
            <a:pathLst>
              <a:path w="6309359" h="6014084">
                <a:moveTo>
                  <a:pt x="6309360" y="5972139"/>
                </a:moveTo>
                <a:lnTo>
                  <a:pt x="6298751" y="5979136"/>
                </a:lnTo>
                <a:lnTo>
                  <a:pt x="6260444" y="6003784"/>
                </a:lnTo>
                <a:lnTo>
                  <a:pt x="6244639" y="6013704"/>
                </a:lnTo>
              </a:path>
              <a:path w="6309359" h="6014084">
                <a:moveTo>
                  <a:pt x="1780267" y="6013704"/>
                </a:moveTo>
                <a:lnTo>
                  <a:pt x="1726132" y="5979136"/>
                </a:lnTo>
                <a:lnTo>
                  <a:pt x="1688130" y="5954085"/>
                </a:lnTo>
                <a:lnTo>
                  <a:pt x="1650453" y="5928633"/>
                </a:lnTo>
                <a:lnTo>
                  <a:pt x="1613104" y="5902785"/>
                </a:lnTo>
                <a:lnTo>
                  <a:pt x="1576087" y="5876543"/>
                </a:lnTo>
                <a:lnTo>
                  <a:pt x="1539406" y="5849911"/>
                </a:lnTo>
                <a:lnTo>
                  <a:pt x="1503063" y="5822893"/>
                </a:lnTo>
                <a:lnTo>
                  <a:pt x="1467063" y="5795491"/>
                </a:lnTo>
                <a:lnTo>
                  <a:pt x="1431409" y="5767708"/>
                </a:lnTo>
                <a:lnTo>
                  <a:pt x="1396104" y="5739549"/>
                </a:lnTo>
                <a:lnTo>
                  <a:pt x="1361153" y="5711015"/>
                </a:lnTo>
                <a:lnTo>
                  <a:pt x="1326557" y="5682112"/>
                </a:lnTo>
                <a:lnTo>
                  <a:pt x="1292322" y="5652841"/>
                </a:lnTo>
                <a:lnTo>
                  <a:pt x="1258450" y="5623207"/>
                </a:lnTo>
                <a:lnTo>
                  <a:pt x="1224946" y="5593212"/>
                </a:lnTo>
                <a:lnTo>
                  <a:pt x="1191812" y="5562859"/>
                </a:lnTo>
                <a:lnTo>
                  <a:pt x="1159051" y="5532153"/>
                </a:lnTo>
                <a:lnTo>
                  <a:pt x="1126669" y="5501096"/>
                </a:lnTo>
                <a:lnTo>
                  <a:pt x="1094667" y="5469692"/>
                </a:lnTo>
                <a:lnTo>
                  <a:pt x="1063051" y="5437944"/>
                </a:lnTo>
                <a:lnTo>
                  <a:pt x="1031822" y="5405855"/>
                </a:lnTo>
                <a:lnTo>
                  <a:pt x="1000985" y="5373429"/>
                </a:lnTo>
                <a:lnTo>
                  <a:pt x="970543" y="5340668"/>
                </a:lnTo>
                <a:lnTo>
                  <a:pt x="940499" y="5307576"/>
                </a:lnTo>
                <a:lnTo>
                  <a:pt x="910858" y="5274157"/>
                </a:lnTo>
                <a:lnTo>
                  <a:pt x="881622" y="5240414"/>
                </a:lnTo>
                <a:lnTo>
                  <a:pt x="852796" y="5206349"/>
                </a:lnTo>
                <a:lnTo>
                  <a:pt x="824382" y="5171967"/>
                </a:lnTo>
                <a:lnTo>
                  <a:pt x="796385" y="5137271"/>
                </a:lnTo>
                <a:lnTo>
                  <a:pt x="768807" y="5102263"/>
                </a:lnTo>
                <a:lnTo>
                  <a:pt x="741653" y="5066947"/>
                </a:lnTo>
                <a:lnTo>
                  <a:pt x="714925" y="5031327"/>
                </a:lnTo>
                <a:lnTo>
                  <a:pt x="688628" y="4995406"/>
                </a:lnTo>
                <a:lnTo>
                  <a:pt x="662764" y="4959186"/>
                </a:lnTo>
                <a:lnTo>
                  <a:pt x="637338" y="4922672"/>
                </a:lnTo>
                <a:lnTo>
                  <a:pt x="612352" y="4885867"/>
                </a:lnTo>
                <a:lnTo>
                  <a:pt x="587811" y="4848773"/>
                </a:lnTo>
                <a:lnTo>
                  <a:pt x="563717" y="4811395"/>
                </a:lnTo>
                <a:lnTo>
                  <a:pt x="540075" y="4773735"/>
                </a:lnTo>
                <a:lnTo>
                  <a:pt x="516888" y="4735797"/>
                </a:lnTo>
                <a:lnTo>
                  <a:pt x="494159" y="4697584"/>
                </a:lnTo>
                <a:lnTo>
                  <a:pt x="471893" y="4659099"/>
                </a:lnTo>
                <a:lnTo>
                  <a:pt x="450091" y="4620346"/>
                </a:lnTo>
                <a:lnTo>
                  <a:pt x="428758" y="4581328"/>
                </a:lnTo>
                <a:lnTo>
                  <a:pt x="407898" y="4542049"/>
                </a:lnTo>
                <a:lnTo>
                  <a:pt x="387514" y="4502510"/>
                </a:lnTo>
                <a:lnTo>
                  <a:pt x="367609" y="4462717"/>
                </a:lnTo>
                <a:lnTo>
                  <a:pt x="348188" y="4422672"/>
                </a:lnTo>
                <a:lnTo>
                  <a:pt x="329252" y="4382378"/>
                </a:lnTo>
                <a:lnTo>
                  <a:pt x="310807" y="4341838"/>
                </a:lnTo>
                <a:lnTo>
                  <a:pt x="292855" y="4301057"/>
                </a:lnTo>
                <a:lnTo>
                  <a:pt x="275401" y="4260037"/>
                </a:lnTo>
                <a:lnTo>
                  <a:pt x="258446" y="4218782"/>
                </a:lnTo>
                <a:lnTo>
                  <a:pt x="241996" y="4177295"/>
                </a:lnTo>
                <a:lnTo>
                  <a:pt x="226054" y="4135578"/>
                </a:lnTo>
                <a:lnTo>
                  <a:pt x="210622" y="4093636"/>
                </a:lnTo>
                <a:lnTo>
                  <a:pt x="195705" y="4051472"/>
                </a:lnTo>
                <a:lnTo>
                  <a:pt x="181306" y="4009089"/>
                </a:lnTo>
                <a:lnTo>
                  <a:pt x="167429" y="3966491"/>
                </a:lnTo>
                <a:lnTo>
                  <a:pt x="154077" y="3923679"/>
                </a:lnTo>
                <a:lnTo>
                  <a:pt x="141254" y="3880659"/>
                </a:lnTo>
                <a:lnTo>
                  <a:pt x="128963" y="3837433"/>
                </a:lnTo>
                <a:lnTo>
                  <a:pt x="117207" y="3794005"/>
                </a:lnTo>
                <a:lnTo>
                  <a:pt x="105991" y="3750377"/>
                </a:lnTo>
                <a:lnTo>
                  <a:pt x="95317" y="3706554"/>
                </a:lnTo>
                <a:lnTo>
                  <a:pt x="85190" y="3662537"/>
                </a:lnTo>
                <a:lnTo>
                  <a:pt x="75612" y="3618332"/>
                </a:lnTo>
                <a:lnTo>
                  <a:pt x="66588" y="3573940"/>
                </a:lnTo>
                <a:lnTo>
                  <a:pt x="58120" y="3529366"/>
                </a:lnTo>
                <a:lnTo>
                  <a:pt x="50212" y="3484612"/>
                </a:lnTo>
                <a:lnTo>
                  <a:pt x="42869" y="3439682"/>
                </a:lnTo>
                <a:lnTo>
                  <a:pt x="36093" y="3394579"/>
                </a:lnTo>
                <a:lnTo>
                  <a:pt x="29887" y="3349307"/>
                </a:lnTo>
                <a:lnTo>
                  <a:pt x="24256" y="3303868"/>
                </a:lnTo>
                <a:lnTo>
                  <a:pt x="19202" y="3258266"/>
                </a:lnTo>
                <a:lnTo>
                  <a:pt x="14730" y="3212505"/>
                </a:lnTo>
                <a:lnTo>
                  <a:pt x="10843" y="3166587"/>
                </a:lnTo>
                <a:lnTo>
                  <a:pt x="7545" y="3120516"/>
                </a:lnTo>
                <a:lnTo>
                  <a:pt x="4838" y="3074295"/>
                </a:lnTo>
                <a:lnTo>
                  <a:pt x="2726" y="3027928"/>
                </a:lnTo>
                <a:lnTo>
                  <a:pt x="1214" y="2981417"/>
                </a:lnTo>
                <a:lnTo>
                  <a:pt x="304" y="2934767"/>
                </a:lnTo>
                <a:lnTo>
                  <a:pt x="0" y="2887980"/>
                </a:lnTo>
                <a:lnTo>
                  <a:pt x="304" y="2841227"/>
                </a:lnTo>
                <a:lnTo>
                  <a:pt x="1214" y="2794610"/>
                </a:lnTo>
                <a:lnTo>
                  <a:pt x="2726" y="2748132"/>
                </a:lnTo>
                <a:lnTo>
                  <a:pt x="4838" y="2701798"/>
                </a:lnTo>
                <a:lnTo>
                  <a:pt x="7545" y="2655609"/>
                </a:lnTo>
                <a:lnTo>
                  <a:pt x="10843" y="2609569"/>
                </a:lnTo>
                <a:lnTo>
                  <a:pt x="14730" y="2563683"/>
                </a:lnTo>
                <a:lnTo>
                  <a:pt x="19202" y="2517952"/>
                </a:lnTo>
                <a:lnTo>
                  <a:pt x="24256" y="2472380"/>
                </a:lnTo>
                <a:lnTo>
                  <a:pt x="29887" y="2426971"/>
                </a:lnTo>
                <a:lnTo>
                  <a:pt x="36093" y="2381728"/>
                </a:lnTo>
                <a:lnTo>
                  <a:pt x="42869" y="2336654"/>
                </a:lnTo>
                <a:lnTo>
                  <a:pt x="50212" y="2291752"/>
                </a:lnTo>
                <a:lnTo>
                  <a:pt x="58120" y="2247026"/>
                </a:lnTo>
                <a:lnTo>
                  <a:pt x="66588" y="2202479"/>
                </a:lnTo>
                <a:lnTo>
                  <a:pt x="75612" y="2158114"/>
                </a:lnTo>
                <a:lnTo>
                  <a:pt x="85190" y="2113935"/>
                </a:lnTo>
                <a:lnTo>
                  <a:pt x="95317" y="2069945"/>
                </a:lnTo>
                <a:lnTo>
                  <a:pt x="105991" y="2026147"/>
                </a:lnTo>
                <a:lnTo>
                  <a:pt x="117207" y="1982544"/>
                </a:lnTo>
                <a:lnTo>
                  <a:pt x="128963" y="1939140"/>
                </a:lnTo>
                <a:lnTo>
                  <a:pt x="141254" y="1895938"/>
                </a:lnTo>
                <a:lnTo>
                  <a:pt x="154077" y="1852942"/>
                </a:lnTo>
                <a:lnTo>
                  <a:pt x="167429" y="1810154"/>
                </a:lnTo>
                <a:lnTo>
                  <a:pt x="181306" y="1767578"/>
                </a:lnTo>
                <a:lnTo>
                  <a:pt x="195705" y="1725218"/>
                </a:lnTo>
                <a:lnTo>
                  <a:pt x="210622" y="1683075"/>
                </a:lnTo>
                <a:lnTo>
                  <a:pt x="226054" y="1641155"/>
                </a:lnTo>
                <a:lnTo>
                  <a:pt x="241996" y="1599460"/>
                </a:lnTo>
                <a:lnTo>
                  <a:pt x="258446" y="1557994"/>
                </a:lnTo>
                <a:lnTo>
                  <a:pt x="275401" y="1516759"/>
                </a:lnTo>
                <a:lnTo>
                  <a:pt x="292855" y="1475759"/>
                </a:lnTo>
                <a:lnTo>
                  <a:pt x="310807" y="1434997"/>
                </a:lnTo>
                <a:lnTo>
                  <a:pt x="329252" y="1394477"/>
                </a:lnTo>
                <a:lnTo>
                  <a:pt x="348188" y="1354202"/>
                </a:lnTo>
                <a:lnTo>
                  <a:pt x="367609" y="1314175"/>
                </a:lnTo>
                <a:lnTo>
                  <a:pt x="387514" y="1274400"/>
                </a:lnTo>
                <a:lnTo>
                  <a:pt x="407898" y="1234880"/>
                </a:lnTo>
                <a:lnTo>
                  <a:pt x="428758" y="1195617"/>
                </a:lnTo>
                <a:lnTo>
                  <a:pt x="450091" y="1156616"/>
                </a:lnTo>
                <a:lnTo>
                  <a:pt x="471893" y="1117880"/>
                </a:lnTo>
                <a:lnTo>
                  <a:pt x="494159" y="1079411"/>
                </a:lnTo>
                <a:lnTo>
                  <a:pt x="516888" y="1041214"/>
                </a:lnTo>
                <a:lnTo>
                  <a:pt x="540075" y="1003292"/>
                </a:lnTo>
                <a:lnTo>
                  <a:pt x="563717" y="965647"/>
                </a:lnTo>
                <a:lnTo>
                  <a:pt x="587811" y="928284"/>
                </a:lnTo>
                <a:lnTo>
                  <a:pt x="612352" y="891205"/>
                </a:lnTo>
                <a:lnTo>
                  <a:pt x="637338" y="854413"/>
                </a:lnTo>
                <a:lnTo>
                  <a:pt x="662764" y="817913"/>
                </a:lnTo>
                <a:lnTo>
                  <a:pt x="688628" y="781707"/>
                </a:lnTo>
                <a:lnTo>
                  <a:pt x="714925" y="745799"/>
                </a:lnTo>
                <a:lnTo>
                  <a:pt x="741653" y="710192"/>
                </a:lnTo>
                <a:lnTo>
                  <a:pt x="768807" y="674889"/>
                </a:lnTo>
                <a:lnTo>
                  <a:pt x="796385" y="639894"/>
                </a:lnTo>
                <a:lnTo>
                  <a:pt x="824382" y="605209"/>
                </a:lnTo>
                <a:lnTo>
                  <a:pt x="852796" y="570838"/>
                </a:lnTo>
                <a:lnTo>
                  <a:pt x="881622" y="536785"/>
                </a:lnTo>
                <a:lnTo>
                  <a:pt x="910858" y="503053"/>
                </a:lnTo>
                <a:lnTo>
                  <a:pt x="940499" y="469645"/>
                </a:lnTo>
                <a:lnTo>
                  <a:pt x="970543" y="436564"/>
                </a:lnTo>
                <a:lnTo>
                  <a:pt x="1000985" y="403813"/>
                </a:lnTo>
                <a:lnTo>
                  <a:pt x="1031822" y="371397"/>
                </a:lnTo>
                <a:lnTo>
                  <a:pt x="1063051" y="339317"/>
                </a:lnTo>
                <a:lnTo>
                  <a:pt x="1094667" y="307578"/>
                </a:lnTo>
                <a:lnTo>
                  <a:pt x="1126669" y="276183"/>
                </a:lnTo>
                <a:lnTo>
                  <a:pt x="1159051" y="245135"/>
                </a:lnTo>
                <a:lnTo>
                  <a:pt x="1191812" y="214438"/>
                </a:lnTo>
                <a:lnTo>
                  <a:pt x="1224946" y="184094"/>
                </a:lnTo>
                <a:lnTo>
                  <a:pt x="1258450" y="154107"/>
                </a:lnTo>
                <a:lnTo>
                  <a:pt x="1292322" y="124480"/>
                </a:lnTo>
                <a:lnTo>
                  <a:pt x="1326557" y="95217"/>
                </a:lnTo>
                <a:lnTo>
                  <a:pt x="1361153" y="66321"/>
                </a:lnTo>
                <a:lnTo>
                  <a:pt x="1396104" y="37795"/>
                </a:lnTo>
                <a:lnTo>
                  <a:pt x="1431409" y="9642"/>
                </a:lnTo>
                <a:lnTo>
                  <a:pt x="1443787" y="0"/>
                </a:lnTo>
              </a:path>
            </a:pathLst>
          </a:custGeom>
          <a:ln w="67056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403660" y="2759471"/>
            <a:ext cx="4035425" cy="551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100"/>
              </a:spcBef>
            </a:pPr>
            <a:r>
              <a:rPr sz="3501" spc="-340" dirty="0">
                <a:solidFill>
                  <a:srgbClr val="1F3864"/>
                </a:solidFill>
                <a:latin typeface="Verdana"/>
                <a:cs typeface="Verdana"/>
              </a:rPr>
              <a:t>Dirigindo</a:t>
            </a:r>
            <a:r>
              <a:rPr sz="3501" spc="-175" dirty="0">
                <a:solidFill>
                  <a:srgbClr val="1F3864"/>
                </a:solidFill>
                <a:latin typeface="Verdana"/>
                <a:cs typeface="Verdana"/>
              </a:rPr>
              <a:t> </a:t>
            </a:r>
            <a:r>
              <a:rPr sz="3501" spc="-130" dirty="0">
                <a:solidFill>
                  <a:srgbClr val="1F3864"/>
                </a:solidFill>
                <a:latin typeface="Verdana"/>
                <a:cs typeface="Verdana"/>
              </a:rPr>
              <a:t>de</a:t>
            </a:r>
            <a:r>
              <a:rPr sz="3501" spc="-204" dirty="0">
                <a:solidFill>
                  <a:srgbClr val="1F3864"/>
                </a:solidFill>
                <a:latin typeface="Verdana"/>
                <a:cs typeface="Verdana"/>
              </a:rPr>
              <a:t> </a:t>
            </a:r>
            <a:r>
              <a:rPr sz="3501" spc="-375" dirty="0">
                <a:solidFill>
                  <a:srgbClr val="1F3864"/>
                </a:solidFill>
                <a:latin typeface="Verdana"/>
                <a:cs typeface="Verdana"/>
              </a:rPr>
              <a:t>forma</a:t>
            </a:r>
            <a:endParaRPr sz="3501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3707" y="3210587"/>
            <a:ext cx="3755390" cy="60734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1">
              <a:spcBef>
                <a:spcPts val="115"/>
              </a:spcBef>
            </a:pPr>
            <a:r>
              <a:rPr sz="3851" spc="200" dirty="0">
                <a:solidFill>
                  <a:srgbClr val="2F5497"/>
                </a:solidFill>
                <a:latin typeface="Verdana"/>
                <a:cs typeface="Verdana"/>
              </a:rPr>
              <a:t>defensiva</a:t>
            </a:r>
            <a:r>
              <a:rPr sz="3851" spc="-90" dirty="0">
                <a:solidFill>
                  <a:srgbClr val="2F5497"/>
                </a:solidFill>
                <a:latin typeface="Verdana"/>
                <a:cs typeface="Verdana"/>
              </a:rPr>
              <a:t> </a:t>
            </a:r>
            <a:r>
              <a:rPr sz="3501" b="1" spc="-80" dirty="0">
                <a:solidFill>
                  <a:srgbClr val="1F3864"/>
                </a:solidFill>
                <a:latin typeface="Verdana"/>
                <a:cs typeface="Verdana"/>
              </a:rPr>
              <a:t>com</a:t>
            </a:r>
            <a:endParaRPr sz="3501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21708" y="2919983"/>
            <a:ext cx="718185" cy="0"/>
          </a:xfrm>
          <a:custGeom>
            <a:avLst/>
            <a:gdLst/>
            <a:ahLst/>
            <a:cxnLst/>
            <a:rect l="l" t="t" r="r" b="b"/>
            <a:pathLst>
              <a:path w="718185">
                <a:moveTo>
                  <a:pt x="0" y="0"/>
                </a:moveTo>
                <a:lnTo>
                  <a:pt x="717804" y="0"/>
                </a:lnTo>
              </a:path>
            </a:pathLst>
          </a:custGeom>
          <a:ln w="24384">
            <a:solidFill>
              <a:srgbClr val="2F54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85407" y="3769864"/>
            <a:ext cx="5085080" cy="551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100"/>
              </a:spcBef>
              <a:tabLst>
                <a:tab pos="5072031" algn="l"/>
              </a:tabLst>
            </a:pPr>
            <a:r>
              <a:rPr sz="3501" b="1" spc="-305" dirty="0">
                <a:solidFill>
                  <a:srgbClr val="1F3864"/>
                </a:solidFill>
                <a:latin typeface="Verdana"/>
                <a:cs typeface="Verdana"/>
              </a:rPr>
              <a:t>elementos</a:t>
            </a:r>
            <a:r>
              <a:rPr sz="3501" b="1" dirty="0">
                <a:solidFill>
                  <a:srgbClr val="1F3864"/>
                </a:solidFill>
                <a:latin typeface="Verdana"/>
                <a:cs typeface="Verdana"/>
              </a:rPr>
              <a:t> básicos </a:t>
            </a:r>
            <a:r>
              <a:rPr sz="3501" u="sng" dirty="0">
                <a:solidFill>
                  <a:srgbClr val="1F3864"/>
                </a:solidFill>
                <a:uFill>
                  <a:solidFill>
                    <a:srgbClr val="2F5497"/>
                  </a:solidFill>
                </a:uFill>
                <a:latin typeface="Times New Roman"/>
                <a:cs typeface="Times New Roman"/>
              </a:rPr>
              <a:t>	</a:t>
            </a:r>
            <a:endParaRPr sz="350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583164" cy="6014085"/>
            <a:chOff x="0" y="772668"/>
            <a:chExt cx="10583164" cy="6014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590" y="772668"/>
              <a:ext cx="6195203" cy="60137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772668"/>
              <a:ext cx="161925" cy="6014085"/>
            </a:xfrm>
            <a:custGeom>
              <a:avLst/>
              <a:gdLst/>
              <a:ahLst/>
              <a:cxnLst/>
              <a:rect l="l" t="t" r="r" b="b"/>
              <a:pathLst>
                <a:path w="161925" h="6014084">
                  <a:moveTo>
                    <a:pt x="161543" y="6013703"/>
                  </a:moveTo>
                  <a:lnTo>
                    <a:pt x="0" y="6013703"/>
                  </a:lnTo>
                  <a:lnTo>
                    <a:pt x="0" y="0"/>
                  </a:lnTo>
                  <a:lnTo>
                    <a:pt x="161543" y="0"/>
                  </a:lnTo>
                  <a:lnTo>
                    <a:pt x="161543" y="6013703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rcRect l="9622" r="6415"/>
            <a:stretch>
              <a:fillRect/>
            </a:stretch>
          </p:blipFill>
          <p:spPr>
            <a:xfrm>
              <a:off x="268224" y="3172968"/>
              <a:ext cx="4046219" cy="3314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rcRect l="13000" r="8659"/>
            <a:stretch>
              <a:fillRect/>
            </a:stretch>
          </p:blipFill>
          <p:spPr>
            <a:xfrm>
              <a:off x="2528316" y="3172968"/>
              <a:ext cx="1786127" cy="3314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rcRect l="6000" r="10177"/>
            <a:stretch>
              <a:fillRect/>
            </a:stretch>
          </p:blipFill>
          <p:spPr>
            <a:xfrm>
              <a:off x="4323588" y="3160775"/>
              <a:ext cx="4248911" cy="33268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rcRect l="4486" r="2990"/>
            <a:stretch>
              <a:fillRect/>
            </a:stretch>
          </p:blipFill>
          <p:spPr>
            <a:xfrm>
              <a:off x="4323588" y="3163824"/>
              <a:ext cx="2115311" cy="33238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rcRect l="7000" r="5076"/>
            <a:stretch>
              <a:fillRect/>
            </a:stretch>
          </p:blipFill>
          <p:spPr>
            <a:xfrm>
              <a:off x="8572500" y="3151632"/>
              <a:ext cx="2010156" cy="33238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8224" y="3172968"/>
              <a:ext cx="10314940" cy="3336290"/>
            </a:xfrm>
            <a:custGeom>
              <a:avLst/>
              <a:gdLst/>
              <a:ahLst/>
              <a:cxnLst/>
              <a:rect l="l" t="t" r="r" b="b"/>
              <a:pathLst>
                <a:path w="10314940" h="3336290">
                  <a:moveTo>
                    <a:pt x="0" y="0"/>
                  </a:moveTo>
                  <a:lnTo>
                    <a:pt x="10314432" y="0"/>
                  </a:lnTo>
                  <a:lnTo>
                    <a:pt x="10314432" y="3336035"/>
                  </a:lnTo>
                  <a:lnTo>
                    <a:pt x="0" y="3336035"/>
                  </a:lnTo>
                  <a:lnTo>
                    <a:pt x="0" y="0"/>
                  </a:lnTo>
                  <a:close/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3413" y="1046362"/>
            <a:ext cx="6213475" cy="1477328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12438" indent="-299737">
              <a:spcBef>
                <a:spcPts val="1360"/>
              </a:spcBef>
              <a:buFont typeface="Arial MT"/>
              <a:buChar char="•"/>
              <a:tabLst>
                <a:tab pos="312438" algn="l"/>
              </a:tabLst>
            </a:pPr>
            <a:r>
              <a:rPr sz="2100" b="1" dirty="0">
                <a:latin typeface="Arial"/>
                <a:cs typeface="Arial"/>
              </a:rPr>
              <a:t>Calibragem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spc="-10" dirty="0">
                <a:latin typeface="Arial MT"/>
                <a:cs typeface="Arial MT"/>
              </a:rPr>
              <a:t>correta;</a:t>
            </a:r>
            <a:endParaRPr sz="2100">
              <a:latin typeface="Arial MT"/>
              <a:cs typeface="Arial MT"/>
            </a:endParaRPr>
          </a:p>
          <a:p>
            <a:pPr marL="313707" indent="-301007">
              <a:spcBef>
                <a:spcPts val="1260"/>
              </a:spcBef>
              <a:buChar char="•"/>
              <a:tabLst>
                <a:tab pos="313707" algn="l"/>
              </a:tabLst>
            </a:pPr>
            <a:r>
              <a:rPr sz="2100" dirty="0">
                <a:latin typeface="Arial MT"/>
                <a:cs typeface="Arial MT"/>
              </a:rPr>
              <a:t>Afetam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aderência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(chuva,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curvas,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buracos);</a:t>
            </a:r>
            <a:endParaRPr sz="2100">
              <a:latin typeface="Arial MT"/>
              <a:cs typeface="Arial MT"/>
            </a:endParaRPr>
          </a:p>
          <a:p>
            <a:pPr marL="312438" indent="-299737">
              <a:spcBef>
                <a:spcPts val="1270"/>
              </a:spcBef>
              <a:buFont typeface="Arial MT"/>
              <a:buChar char="•"/>
              <a:tabLst>
                <a:tab pos="312438" algn="l"/>
              </a:tabLst>
            </a:pPr>
            <a:r>
              <a:rPr sz="2100" b="1" dirty="0">
                <a:latin typeface="Arial"/>
                <a:cs typeface="Arial"/>
              </a:rPr>
              <a:t>Dirigibilidade</a:t>
            </a:r>
            <a:r>
              <a:rPr sz="2100" b="1" spc="-9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e</a:t>
            </a:r>
            <a:r>
              <a:rPr sz="2100" b="1" spc="-5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segurança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(conforto,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frenagem);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8443793" cy="6014085"/>
            <a:chOff x="0" y="772668"/>
            <a:chExt cx="8443793" cy="6014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590" y="772668"/>
              <a:ext cx="6195203" cy="60137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772668"/>
              <a:ext cx="161925" cy="6014085"/>
            </a:xfrm>
            <a:custGeom>
              <a:avLst/>
              <a:gdLst/>
              <a:ahLst/>
              <a:cxnLst/>
              <a:rect l="l" t="t" r="r" b="b"/>
              <a:pathLst>
                <a:path w="161925" h="6014084">
                  <a:moveTo>
                    <a:pt x="161543" y="6013703"/>
                  </a:moveTo>
                  <a:lnTo>
                    <a:pt x="0" y="6013703"/>
                  </a:lnTo>
                  <a:lnTo>
                    <a:pt x="0" y="0"/>
                  </a:lnTo>
                  <a:lnTo>
                    <a:pt x="161543" y="0"/>
                  </a:lnTo>
                  <a:lnTo>
                    <a:pt x="161543" y="6013703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9066" y="1584431"/>
            <a:ext cx="9831070" cy="1043234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67014" indent="-154314">
              <a:spcBef>
                <a:spcPts val="1155"/>
              </a:spcBef>
              <a:buFont typeface="Arial MT"/>
              <a:buChar char="•"/>
              <a:tabLst>
                <a:tab pos="167014" algn="l"/>
              </a:tabLst>
            </a:pPr>
            <a:r>
              <a:rPr sz="2450" b="1" dirty="0">
                <a:latin typeface="Arial"/>
                <a:cs typeface="Arial"/>
              </a:rPr>
              <a:t>Desgaste,</a:t>
            </a:r>
            <a:r>
              <a:rPr sz="2450" b="1" spc="-5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lubrificação</a:t>
            </a:r>
            <a:r>
              <a:rPr sz="2450" b="1" spc="-5" dirty="0">
                <a:latin typeface="Arial"/>
                <a:cs typeface="Arial"/>
              </a:rPr>
              <a:t> </a:t>
            </a:r>
            <a:r>
              <a:rPr sz="2450" dirty="0">
                <a:latin typeface="Arial MT"/>
                <a:cs typeface="Arial MT"/>
              </a:rPr>
              <a:t>e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o</a:t>
            </a:r>
            <a:r>
              <a:rPr sz="2450" spc="-10" dirty="0">
                <a:latin typeface="Arial MT"/>
                <a:cs typeface="Arial MT"/>
              </a:rPr>
              <a:t> </a:t>
            </a:r>
            <a:r>
              <a:rPr sz="2450" b="1" dirty="0">
                <a:latin typeface="Arial"/>
                <a:cs typeface="Arial"/>
              </a:rPr>
              <a:t>ajuste</a:t>
            </a:r>
            <a:r>
              <a:rPr sz="2450" b="1" spc="5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de</a:t>
            </a:r>
            <a:r>
              <a:rPr sz="2450" b="1" spc="-20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folgas</a:t>
            </a:r>
            <a:r>
              <a:rPr sz="2450" b="1" spc="-10" dirty="0">
                <a:latin typeface="Arial"/>
                <a:cs typeface="Arial"/>
              </a:rPr>
              <a:t> </a:t>
            </a:r>
            <a:r>
              <a:rPr sz="2450" dirty="0">
                <a:latin typeface="Arial MT"/>
                <a:cs typeface="Arial MT"/>
              </a:rPr>
              <a:t>são</a:t>
            </a:r>
            <a:r>
              <a:rPr sz="2450" spc="-2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essenciais.</a:t>
            </a:r>
            <a:endParaRPr sz="2450">
              <a:latin typeface="Arial MT"/>
              <a:cs typeface="Arial MT"/>
            </a:endParaRPr>
          </a:p>
          <a:p>
            <a:pPr marL="5618162">
              <a:spcBef>
                <a:spcPts val="1055"/>
              </a:spcBef>
            </a:pPr>
            <a:r>
              <a:rPr sz="2450" b="1" dirty="0">
                <a:solidFill>
                  <a:srgbClr val="FF0000"/>
                </a:solidFill>
                <a:latin typeface="Arial"/>
                <a:cs typeface="Arial"/>
              </a:rPr>
              <a:t>Riscos</a:t>
            </a:r>
            <a:r>
              <a:rPr sz="24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45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0000"/>
                </a:solidFill>
                <a:latin typeface="Arial"/>
                <a:cs typeface="Arial"/>
              </a:rPr>
              <a:t>acidentes</a:t>
            </a:r>
            <a:r>
              <a:rPr sz="245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Arial"/>
                <a:cs typeface="Arial"/>
              </a:rPr>
              <a:t>graves!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9477" y="2959609"/>
            <a:ext cx="10104120" cy="3648837"/>
            <a:chOff x="379476" y="2959608"/>
            <a:chExt cx="10104120" cy="3648837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rcRect t="20000" b="25283"/>
            <a:stretch>
              <a:fillRect/>
            </a:stretch>
          </p:blipFill>
          <p:spPr>
            <a:xfrm>
              <a:off x="379476" y="2959608"/>
              <a:ext cx="10104120" cy="36286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000" y="2964180"/>
              <a:ext cx="10101580" cy="3644265"/>
            </a:xfrm>
            <a:custGeom>
              <a:avLst/>
              <a:gdLst/>
              <a:ahLst/>
              <a:cxnLst/>
              <a:rect l="l" t="t" r="r" b="b"/>
              <a:pathLst>
                <a:path w="10101580" h="3644265">
                  <a:moveTo>
                    <a:pt x="0" y="0"/>
                  </a:moveTo>
                  <a:lnTo>
                    <a:pt x="10101071" y="0"/>
                  </a:lnTo>
                  <a:lnTo>
                    <a:pt x="10101071" y="3643883"/>
                  </a:lnTo>
                  <a:lnTo>
                    <a:pt x="0" y="3643883"/>
                  </a:lnTo>
                  <a:lnTo>
                    <a:pt x="0" y="0"/>
                  </a:lnTo>
                  <a:close/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46603" y="5151119"/>
              <a:ext cx="597535" cy="497205"/>
            </a:xfrm>
            <a:custGeom>
              <a:avLst/>
              <a:gdLst/>
              <a:ahLst/>
              <a:cxnLst/>
              <a:rect l="l" t="t" r="r" b="b"/>
              <a:pathLst>
                <a:path w="597535" h="497204">
                  <a:moveTo>
                    <a:pt x="481584" y="496824"/>
                  </a:moveTo>
                  <a:lnTo>
                    <a:pt x="160020" y="326135"/>
                  </a:lnTo>
                  <a:lnTo>
                    <a:pt x="102108" y="434340"/>
                  </a:lnTo>
                  <a:lnTo>
                    <a:pt x="0" y="102108"/>
                  </a:lnTo>
                  <a:lnTo>
                    <a:pt x="332232" y="0"/>
                  </a:lnTo>
                  <a:lnTo>
                    <a:pt x="274320" y="109728"/>
                  </a:lnTo>
                  <a:lnTo>
                    <a:pt x="597408" y="280416"/>
                  </a:lnTo>
                  <a:lnTo>
                    <a:pt x="481584" y="49682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6603" y="5151119"/>
              <a:ext cx="597535" cy="497205"/>
            </a:xfrm>
            <a:custGeom>
              <a:avLst/>
              <a:gdLst/>
              <a:ahLst/>
              <a:cxnLst/>
              <a:rect l="l" t="t" r="r" b="b"/>
              <a:pathLst>
                <a:path w="597535" h="497204">
                  <a:moveTo>
                    <a:pt x="332232" y="0"/>
                  </a:moveTo>
                  <a:lnTo>
                    <a:pt x="274320" y="109728"/>
                  </a:lnTo>
                  <a:lnTo>
                    <a:pt x="597408" y="280416"/>
                  </a:lnTo>
                  <a:lnTo>
                    <a:pt x="481584" y="496824"/>
                  </a:lnTo>
                  <a:lnTo>
                    <a:pt x="160020" y="326135"/>
                  </a:lnTo>
                  <a:lnTo>
                    <a:pt x="102108" y="434340"/>
                  </a:lnTo>
                  <a:lnTo>
                    <a:pt x="0" y="102108"/>
                  </a:lnTo>
                  <a:lnTo>
                    <a:pt x="332232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0503" y="3165348"/>
              <a:ext cx="565785" cy="512445"/>
            </a:xfrm>
            <a:custGeom>
              <a:avLst/>
              <a:gdLst/>
              <a:ahLst/>
              <a:cxnLst/>
              <a:rect l="l" t="t" r="r" b="b"/>
              <a:pathLst>
                <a:path w="565785" h="512445">
                  <a:moveTo>
                    <a:pt x="222504" y="512063"/>
                  </a:moveTo>
                  <a:lnTo>
                    <a:pt x="295656" y="413003"/>
                  </a:lnTo>
                  <a:lnTo>
                    <a:pt x="0" y="198119"/>
                  </a:lnTo>
                  <a:lnTo>
                    <a:pt x="144780" y="0"/>
                  </a:lnTo>
                  <a:lnTo>
                    <a:pt x="440436" y="214883"/>
                  </a:lnTo>
                  <a:lnTo>
                    <a:pt x="512064" y="115824"/>
                  </a:lnTo>
                  <a:lnTo>
                    <a:pt x="565404" y="458724"/>
                  </a:lnTo>
                  <a:lnTo>
                    <a:pt x="222504" y="51206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70503" y="3165348"/>
              <a:ext cx="565785" cy="512445"/>
            </a:xfrm>
            <a:custGeom>
              <a:avLst/>
              <a:gdLst/>
              <a:ahLst/>
              <a:cxnLst/>
              <a:rect l="l" t="t" r="r" b="b"/>
              <a:pathLst>
                <a:path w="565785" h="512445">
                  <a:moveTo>
                    <a:pt x="222504" y="512063"/>
                  </a:moveTo>
                  <a:lnTo>
                    <a:pt x="295656" y="413003"/>
                  </a:lnTo>
                  <a:lnTo>
                    <a:pt x="0" y="198119"/>
                  </a:lnTo>
                  <a:lnTo>
                    <a:pt x="144780" y="0"/>
                  </a:lnTo>
                  <a:lnTo>
                    <a:pt x="440436" y="214883"/>
                  </a:lnTo>
                  <a:lnTo>
                    <a:pt x="512064" y="115824"/>
                  </a:lnTo>
                  <a:lnTo>
                    <a:pt x="565404" y="458724"/>
                  </a:lnTo>
                  <a:lnTo>
                    <a:pt x="222504" y="512063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50992" y="5312664"/>
              <a:ext cx="611505" cy="490855"/>
            </a:xfrm>
            <a:custGeom>
              <a:avLst/>
              <a:gdLst/>
              <a:ahLst/>
              <a:cxnLst/>
              <a:rect l="l" t="t" r="r" b="b"/>
              <a:pathLst>
                <a:path w="611504" h="490854">
                  <a:moveTo>
                    <a:pt x="365759" y="490728"/>
                  </a:moveTo>
                  <a:lnTo>
                    <a:pt x="365759" y="368807"/>
                  </a:lnTo>
                  <a:lnTo>
                    <a:pt x="0" y="368807"/>
                  </a:lnTo>
                  <a:lnTo>
                    <a:pt x="0" y="123443"/>
                  </a:lnTo>
                  <a:lnTo>
                    <a:pt x="365759" y="123443"/>
                  </a:lnTo>
                  <a:lnTo>
                    <a:pt x="365759" y="0"/>
                  </a:lnTo>
                  <a:lnTo>
                    <a:pt x="611123" y="245364"/>
                  </a:lnTo>
                  <a:lnTo>
                    <a:pt x="365759" y="49072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50992" y="5312664"/>
              <a:ext cx="611505" cy="490855"/>
            </a:xfrm>
            <a:custGeom>
              <a:avLst/>
              <a:gdLst/>
              <a:ahLst/>
              <a:cxnLst/>
              <a:rect l="l" t="t" r="r" b="b"/>
              <a:pathLst>
                <a:path w="611504" h="490854">
                  <a:moveTo>
                    <a:pt x="365759" y="490728"/>
                  </a:moveTo>
                  <a:lnTo>
                    <a:pt x="365759" y="368807"/>
                  </a:lnTo>
                  <a:lnTo>
                    <a:pt x="0" y="368807"/>
                  </a:lnTo>
                  <a:lnTo>
                    <a:pt x="0" y="123443"/>
                  </a:lnTo>
                  <a:lnTo>
                    <a:pt x="365759" y="123443"/>
                  </a:lnTo>
                  <a:lnTo>
                    <a:pt x="365759" y="0"/>
                  </a:lnTo>
                  <a:lnTo>
                    <a:pt x="611123" y="245364"/>
                  </a:lnTo>
                  <a:lnTo>
                    <a:pt x="365759" y="490728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03692" y="3531108"/>
              <a:ext cx="521334" cy="520065"/>
            </a:xfrm>
            <a:custGeom>
              <a:avLst/>
              <a:gdLst/>
              <a:ahLst/>
              <a:cxnLst/>
              <a:rect l="l" t="t" r="r" b="b"/>
              <a:pathLst>
                <a:path w="521334" h="520064">
                  <a:moveTo>
                    <a:pt x="175259" y="519683"/>
                  </a:moveTo>
                  <a:lnTo>
                    <a:pt x="260603" y="431291"/>
                  </a:lnTo>
                  <a:lnTo>
                    <a:pt x="0" y="175259"/>
                  </a:lnTo>
                  <a:lnTo>
                    <a:pt x="172211" y="0"/>
                  </a:lnTo>
                  <a:lnTo>
                    <a:pt x="432815" y="256032"/>
                  </a:lnTo>
                  <a:lnTo>
                    <a:pt x="518159" y="169164"/>
                  </a:lnTo>
                  <a:lnTo>
                    <a:pt x="521207" y="515111"/>
                  </a:lnTo>
                  <a:lnTo>
                    <a:pt x="175259" y="5196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03692" y="3531108"/>
              <a:ext cx="521334" cy="520065"/>
            </a:xfrm>
            <a:custGeom>
              <a:avLst/>
              <a:gdLst/>
              <a:ahLst/>
              <a:cxnLst/>
              <a:rect l="l" t="t" r="r" b="b"/>
              <a:pathLst>
                <a:path w="521334" h="520064">
                  <a:moveTo>
                    <a:pt x="175259" y="519683"/>
                  </a:moveTo>
                  <a:lnTo>
                    <a:pt x="260603" y="431291"/>
                  </a:lnTo>
                  <a:lnTo>
                    <a:pt x="0" y="175259"/>
                  </a:lnTo>
                  <a:lnTo>
                    <a:pt x="172211" y="0"/>
                  </a:lnTo>
                  <a:lnTo>
                    <a:pt x="432815" y="256032"/>
                  </a:lnTo>
                  <a:lnTo>
                    <a:pt x="518159" y="169164"/>
                  </a:lnTo>
                  <a:lnTo>
                    <a:pt x="521207" y="515111"/>
                  </a:lnTo>
                  <a:lnTo>
                    <a:pt x="175259" y="519683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183094" y="1069339"/>
            <a:ext cx="452183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RELAÇÃO/TRANSMISSÃO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462641" cy="6014085"/>
            <a:chOff x="0" y="772668"/>
            <a:chExt cx="10462641" cy="6014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590" y="772668"/>
              <a:ext cx="6195203" cy="60137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772668"/>
              <a:ext cx="161925" cy="6014085"/>
            </a:xfrm>
            <a:custGeom>
              <a:avLst/>
              <a:gdLst/>
              <a:ahLst/>
              <a:cxnLst/>
              <a:rect l="l" t="t" r="r" b="b"/>
              <a:pathLst>
                <a:path w="161925" h="6014084">
                  <a:moveTo>
                    <a:pt x="161543" y="6013703"/>
                  </a:moveTo>
                  <a:lnTo>
                    <a:pt x="0" y="6013703"/>
                  </a:lnTo>
                  <a:lnTo>
                    <a:pt x="0" y="0"/>
                  </a:lnTo>
                  <a:lnTo>
                    <a:pt x="161543" y="0"/>
                  </a:lnTo>
                  <a:lnTo>
                    <a:pt x="161543" y="6013703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rcRect t="20000" b="25591"/>
            <a:stretch>
              <a:fillRect/>
            </a:stretch>
          </p:blipFill>
          <p:spPr>
            <a:xfrm>
              <a:off x="358139" y="2843784"/>
              <a:ext cx="10082784" cy="37734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1187" y="2849880"/>
              <a:ext cx="10076815" cy="3761740"/>
            </a:xfrm>
            <a:custGeom>
              <a:avLst/>
              <a:gdLst/>
              <a:ahLst/>
              <a:cxnLst/>
              <a:rect l="l" t="t" r="r" b="b"/>
              <a:pathLst>
                <a:path w="10076815" h="3761740">
                  <a:moveTo>
                    <a:pt x="0" y="0"/>
                  </a:moveTo>
                  <a:lnTo>
                    <a:pt x="10076687" y="0"/>
                  </a:lnTo>
                  <a:lnTo>
                    <a:pt x="10076687" y="3761232"/>
                  </a:lnTo>
                  <a:lnTo>
                    <a:pt x="0" y="3761232"/>
                  </a:lnTo>
                  <a:lnTo>
                    <a:pt x="0" y="0"/>
                  </a:lnTo>
                  <a:close/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15539" y="3589019"/>
              <a:ext cx="600710" cy="502920"/>
            </a:xfrm>
            <a:custGeom>
              <a:avLst/>
              <a:gdLst/>
              <a:ahLst/>
              <a:cxnLst/>
              <a:rect l="l" t="t" r="r" b="b"/>
              <a:pathLst>
                <a:path w="600710" h="502920">
                  <a:moveTo>
                    <a:pt x="309371" y="502920"/>
                  </a:moveTo>
                  <a:lnTo>
                    <a:pt x="0" y="428244"/>
                  </a:lnTo>
                  <a:lnTo>
                    <a:pt x="74675" y="118872"/>
                  </a:lnTo>
                  <a:lnTo>
                    <a:pt x="132587" y="214883"/>
                  </a:lnTo>
                  <a:lnTo>
                    <a:pt x="483108" y="0"/>
                  </a:lnTo>
                  <a:lnTo>
                    <a:pt x="600456" y="192024"/>
                  </a:lnTo>
                  <a:lnTo>
                    <a:pt x="249935" y="406908"/>
                  </a:lnTo>
                  <a:lnTo>
                    <a:pt x="309371" y="50292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15539" y="3589019"/>
              <a:ext cx="600710" cy="502920"/>
            </a:xfrm>
            <a:custGeom>
              <a:avLst/>
              <a:gdLst/>
              <a:ahLst/>
              <a:cxnLst/>
              <a:rect l="l" t="t" r="r" b="b"/>
              <a:pathLst>
                <a:path w="600710" h="502920">
                  <a:moveTo>
                    <a:pt x="74675" y="118872"/>
                  </a:moveTo>
                  <a:lnTo>
                    <a:pt x="132587" y="214883"/>
                  </a:lnTo>
                  <a:lnTo>
                    <a:pt x="483108" y="0"/>
                  </a:lnTo>
                  <a:lnTo>
                    <a:pt x="600456" y="192024"/>
                  </a:lnTo>
                  <a:lnTo>
                    <a:pt x="249935" y="406908"/>
                  </a:lnTo>
                  <a:lnTo>
                    <a:pt x="309371" y="502920"/>
                  </a:lnTo>
                  <a:lnTo>
                    <a:pt x="0" y="428244"/>
                  </a:lnTo>
                  <a:lnTo>
                    <a:pt x="74675" y="118872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4435" y="4733544"/>
              <a:ext cx="486409" cy="538480"/>
            </a:xfrm>
            <a:custGeom>
              <a:avLst/>
              <a:gdLst/>
              <a:ahLst/>
              <a:cxnLst/>
              <a:rect l="l" t="t" r="r" b="b"/>
              <a:pathLst>
                <a:path w="486410" h="538479">
                  <a:moveTo>
                    <a:pt x="271271" y="537972"/>
                  </a:moveTo>
                  <a:lnTo>
                    <a:pt x="106680" y="283463"/>
                  </a:lnTo>
                  <a:lnTo>
                    <a:pt x="0" y="352043"/>
                  </a:lnTo>
                  <a:lnTo>
                    <a:pt x="76200" y="0"/>
                  </a:lnTo>
                  <a:lnTo>
                    <a:pt x="428244" y="74675"/>
                  </a:lnTo>
                  <a:lnTo>
                    <a:pt x="321564" y="144779"/>
                  </a:lnTo>
                  <a:lnTo>
                    <a:pt x="486156" y="399288"/>
                  </a:lnTo>
                  <a:lnTo>
                    <a:pt x="271271" y="5379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4435" y="4733544"/>
              <a:ext cx="486409" cy="538480"/>
            </a:xfrm>
            <a:custGeom>
              <a:avLst/>
              <a:gdLst/>
              <a:ahLst/>
              <a:cxnLst/>
              <a:rect l="l" t="t" r="r" b="b"/>
              <a:pathLst>
                <a:path w="486410" h="538479">
                  <a:moveTo>
                    <a:pt x="428244" y="74675"/>
                  </a:moveTo>
                  <a:lnTo>
                    <a:pt x="321564" y="144779"/>
                  </a:lnTo>
                  <a:lnTo>
                    <a:pt x="486156" y="399288"/>
                  </a:lnTo>
                  <a:lnTo>
                    <a:pt x="271271" y="537972"/>
                  </a:lnTo>
                  <a:lnTo>
                    <a:pt x="106680" y="283463"/>
                  </a:lnTo>
                  <a:lnTo>
                    <a:pt x="0" y="352043"/>
                  </a:lnTo>
                  <a:lnTo>
                    <a:pt x="76200" y="0"/>
                  </a:lnTo>
                  <a:lnTo>
                    <a:pt x="428244" y="74675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62900" y="4110227"/>
              <a:ext cx="645160" cy="443865"/>
            </a:xfrm>
            <a:custGeom>
              <a:avLst/>
              <a:gdLst/>
              <a:ahLst/>
              <a:cxnLst/>
              <a:rect l="l" t="t" r="r" b="b"/>
              <a:pathLst>
                <a:path w="645159" h="443864">
                  <a:moveTo>
                    <a:pt x="457200" y="443483"/>
                  </a:moveTo>
                  <a:lnTo>
                    <a:pt x="440435" y="332232"/>
                  </a:lnTo>
                  <a:lnTo>
                    <a:pt x="35051" y="396240"/>
                  </a:lnTo>
                  <a:lnTo>
                    <a:pt x="0" y="173736"/>
                  </a:lnTo>
                  <a:lnTo>
                    <a:pt x="405383" y="111252"/>
                  </a:lnTo>
                  <a:lnTo>
                    <a:pt x="388619" y="0"/>
                  </a:lnTo>
                  <a:lnTo>
                    <a:pt x="644651" y="187452"/>
                  </a:lnTo>
                  <a:lnTo>
                    <a:pt x="457200" y="443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62900" y="4110227"/>
              <a:ext cx="645160" cy="443865"/>
            </a:xfrm>
            <a:custGeom>
              <a:avLst/>
              <a:gdLst/>
              <a:ahLst/>
              <a:cxnLst/>
              <a:rect l="l" t="t" r="r" b="b"/>
              <a:pathLst>
                <a:path w="645159" h="443864">
                  <a:moveTo>
                    <a:pt x="457200" y="443483"/>
                  </a:moveTo>
                  <a:lnTo>
                    <a:pt x="440435" y="332232"/>
                  </a:lnTo>
                  <a:lnTo>
                    <a:pt x="35051" y="396240"/>
                  </a:lnTo>
                  <a:lnTo>
                    <a:pt x="0" y="173736"/>
                  </a:lnTo>
                  <a:lnTo>
                    <a:pt x="405383" y="111252"/>
                  </a:lnTo>
                  <a:lnTo>
                    <a:pt x="388619" y="0"/>
                  </a:lnTo>
                  <a:lnTo>
                    <a:pt x="644651" y="187452"/>
                  </a:lnTo>
                  <a:lnTo>
                    <a:pt x="457200" y="443483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1856" y="2845308"/>
              <a:ext cx="10090785" cy="3771900"/>
            </a:xfrm>
            <a:custGeom>
              <a:avLst/>
              <a:gdLst/>
              <a:ahLst/>
              <a:cxnLst/>
              <a:rect l="l" t="t" r="r" b="b"/>
              <a:pathLst>
                <a:path w="10090785" h="3771900">
                  <a:moveTo>
                    <a:pt x="0" y="0"/>
                  </a:moveTo>
                  <a:lnTo>
                    <a:pt x="3336035" y="0"/>
                  </a:lnTo>
                  <a:lnTo>
                    <a:pt x="3336035" y="3771899"/>
                  </a:lnTo>
                  <a:lnTo>
                    <a:pt x="0" y="3771899"/>
                  </a:lnTo>
                  <a:lnTo>
                    <a:pt x="0" y="0"/>
                  </a:lnTo>
                  <a:close/>
                </a:path>
                <a:path w="10090785" h="3771900">
                  <a:moveTo>
                    <a:pt x="6795515" y="0"/>
                  </a:moveTo>
                  <a:lnTo>
                    <a:pt x="10090404" y="0"/>
                  </a:lnTo>
                  <a:lnTo>
                    <a:pt x="10090404" y="3771899"/>
                  </a:lnTo>
                  <a:lnTo>
                    <a:pt x="6795515" y="3771899"/>
                  </a:lnTo>
                  <a:lnTo>
                    <a:pt x="6795515" y="0"/>
                  </a:lnTo>
                  <a:close/>
                </a:path>
              </a:pathLst>
            </a:custGeom>
            <a:ln w="335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9235" y="1553981"/>
            <a:ext cx="6267450" cy="7681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4488" indent="-231788">
              <a:spcBef>
                <a:spcPts val="110"/>
              </a:spcBef>
              <a:buFont typeface="Arial MT"/>
              <a:buChar char="•"/>
              <a:tabLst>
                <a:tab pos="244488" algn="l"/>
              </a:tabLst>
            </a:pPr>
            <a:r>
              <a:rPr sz="2450" b="1" dirty="0">
                <a:latin typeface="Arial"/>
                <a:cs typeface="Arial"/>
              </a:rPr>
              <a:t>Desgaste</a:t>
            </a:r>
            <a:r>
              <a:rPr sz="2450" b="1" spc="-5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excessivo</a:t>
            </a:r>
            <a:r>
              <a:rPr sz="2450" b="1" spc="-30" dirty="0">
                <a:latin typeface="Arial"/>
                <a:cs typeface="Arial"/>
              </a:rPr>
              <a:t> </a:t>
            </a:r>
            <a:r>
              <a:rPr sz="2450" dirty="0">
                <a:latin typeface="Arial MT"/>
                <a:cs typeface="Arial MT"/>
              </a:rPr>
              <a:t>das</a:t>
            </a:r>
            <a:r>
              <a:rPr sz="2450" spc="-1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pastilhas</a:t>
            </a:r>
            <a:r>
              <a:rPr sz="2450" spc="-3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de</a:t>
            </a:r>
            <a:r>
              <a:rPr sz="2450" spc="-30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freio</a:t>
            </a:r>
            <a:endParaRPr sz="2450">
              <a:latin typeface="Arial MT"/>
              <a:cs typeface="Arial MT"/>
            </a:endParaRPr>
          </a:p>
          <a:p>
            <a:pPr marL="244488" indent="-231788">
              <a:buFont typeface="Arial MT"/>
              <a:buChar char="•"/>
              <a:tabLst>
                <a:tab pos="244488" algn="l"/>
              </a:tabLst>
            </a:pPr>
            <a:r>
              <a:rPr sz="2450" b="1" dirty="0">
                <a:latin typeface="Arial"/>
                <a:cs typeface="Arial"/>
              </a:rPr>
              <a:t>Baixo</a:t>
            </a:r>
            <a:r>
              <a:rPr sz="2450" b="1" spc="-20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custo</a:t>
            </a:r>
            <a:r>
              <a:rPr sz="2450" b="1" spc="-15" dirty="0">
                <a:latin typeface="Arial"/>
                <a:cs typeface="Arial"/>
              </a:rPr>
              <a:t> </a:t>
            </a:r>
            <a:r>
              <a:rPr sz="2450" spc="-10" dirty="0">
                <a:latin typeface="Arial MT"/>
                <a:cs typeface="Arial MT"/>
              </a:rPr>
              <a:t>(R$25,00)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4768016" y="1069339"/>
            <a:ext cx="135509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FREIOS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158715" y="1067772"/>
            <a:ext cx="456819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b="1" dirty="0">
                <a:latin typeface="Arial"/>
                <a:cs typeface="Arial"/>
              </a:rPr>
              <a:t>SISTEMA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 </a:t>
            </a:r>
            <a:r>
              <a:rPr sz="2800" b="1" spc="-10" dirty="0">
                <a:latin typeface="Arial"/>
                <a:cs typeface="Arial"/>
              </a:rPr>
              <a:t>ILUMINAÇÃO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91" y="1697209"/>
            <a:ext cx="9350375" cy="114197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1" marR="5080" algn="ctr">
              <a:lnSpc>
                <a:spcPct val="100499"/>
              </a:lnSpc>
              <a:spcBef>
                <a:spcPts val="85"/>
              </a:spcBef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Iluminação</a:t>
            </a:r>
            <a:r>
              <a:rPr sz="315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queimada</a:t>
            </a:r>
            <a:r>
              <a:rPr sz="315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ou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danificada</a:t>
            </a:r>
            <a:r>
              <a:rPr sz="315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spc="-10" dirty="0">
                <a:latin typeface="Arial MT"/>
                <a:cs typeface="Arial MT"/>
              </a:rPr>
              <a:t>(lanterna/farol/setas) </a:t>
            </a:r>
            <a:r>
              <a:rPr sz="2100" dirty="0">
                <a:latin typeface="Arial MT"/>
                <a:cs typeface="Arial MT"/>
              </a:rPr>
              <a:t>substitua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imediatamente;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não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comprometa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segurança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dos </a:t>
            </a:r>
            <a:r>
              <a:rPr sz="2100" spc="-10" dirty="0">
                <a:latin typeface="Arial MT"/>
                <a:cs typeface="Arial MT"/>
              </a:rPr>
              <a:t>demais motoristas!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4707" y="3113533"/>
            <a:ext cx="7539355" cy="3535679"/>
            <a:chOff x="1854707" y="3113532"/>
            <a:chExt cx="7539355" cy="3535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rcRect t="14000" b="17819"/>
            <a:stretch>
              <a:fillRect/>
            </a:stretch>
          </p:blipFill>
          <p:spPr>
            <a:xfrm>
              <a:off x="1854707" y="3113532"/>
              <a:ext cx="7539227" cy="35356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54707" y="3113532"/>
              <a:ext cx="7539355" cy="3528060"/>
            </a:xfrm>
            <a:custGeom>
              <a:avLst/>
              <a:gdLst/>
              <a:ahLst/>
              <a:cxnLst/>
              <a:rect l="l" t="t" r="r" b="b"/>
              <a:pathLst>
                <a:path w="7539355" h="3528059">
                  <a:moveTo>
                    <a:pt x="0" y="0"/>
                  </a:moveTo>
                  <a:lnTo>
                    <a:pt x="7539227" y="0"/>
                  </a:lnTo>
                  <a:lnTo>
                    <a:pt x="7539227" y="3528060"/>
                  </a:lnTo>
                  <a:lnTo>
                    <a:pt x="0" y="3528060"/>
                  </a:lnTo>
                  <a:lnTo>
                    <a:pt x="0" y="0"/>
                  </a:lnTo>
                  <a:close/>
                </a:path>
              </a:pathLst>
            </a:custGeom>
            <a:ln w="50292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765" cy="6015355"/>
            <a:chOff x="0" y="772668"/>
            <a:chExt cx="10692765" cy="6015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590" y="772668"/>
              <a:ext cx="6195203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rcRect t="6254" b="9382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772668"/>
              <a:ext cx="10692765" cy="6015355"/>
            </a:xfrm>
            <a:custGeom>
              <a:avLst/>
              <a:gdLst/>
              <a:ahLst/>
              <a:cxnLst/>
              <a:rect l="l" t="t" r="r" b="b"/>
              <a:pathLst>
                <a:path w="10692765" h="6015355">
                  <a:moveTo>
                    <a:pt x="0" y="0"/>
                  </a:moveTo>
                  <a:lnTo>
                    <a:pt x="10692384" y="0"/>
                  </a:lnTo>
                  <a:lnTo>
                    <a:pt x="10692384" y="6015228"/>
                  </a:lnTo>
                  <a:lnTo>
                    <a:pt x="0" y="6015228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53953" y="727821"/>
            <a:ext cx="10736632" cy="21268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dirty="0"/>
              <a:t>Nós</a:t>
            </a:r>
            <a:r>
              <a:rPr spc="-265" dirty="0"/>
              <a:t> </a:t>
            </a:r>
            <a:r>
              <a:rPr spc="-35" dirty="0"/>
              <a:t>temos</a:t>
            </a:r>
            <a:r>
              <a:rPr spc="-195" dirty="0"/>
              <a:t> </a:t>
            </a:r>
            <a:r>
              <a:rPr spc="-10" dirty="0"/>
              <a:t>um</a:t>
            </a:r>
            <a:r>
              <a:rPr spc="-180" dirty="0"/>
              <a:t> </a:t>
            </a:r>
            <a:r>
              <a:rPr spc="-210" dirty="0"/>
              <a:t>inimigo</a:t>
            </a:r>
            <a:r>
              <a:rPr spc="-130" dirty="0"/>
              <a:t> </a:t>
            </a:r>
            <a:r>
              <a:rPr spc="-145" dirty="0"/>
              <a:t>invisível:</a:t>
            </a:r>
          </a:p>
          <a:p>
            <a:pPr marL="2541" algn="ctr">
              <a:spcBef>
                <a:spcPts val="105"/>
              </a:spcBef>
            </a:pPr>
            <a:r>
              <a:rPr sz="8400" dirty="0">
                <a:solidFill>
                  <a:srgbClr val="FF9933"/>
                </a:solidFill>
                <a:latin typeface="Arial"/>
                <a:cs typeface="Arial"/>
              </a:rPr>
              <a:t>a</a:t>
            </a:r>
            <a:r>
              <a:rPr sz="8400" spc="-390" dirty="0">
                <a:solidFill>
                  <a:srgbClr val="FF9933"/>
                </a:solidFill>
                <a:latin typeface="Arial"/>
                <a:cs typeface="Arial"/>
              </a:rPr>
              <a:t> </a:t>
            </a:r>
            <a:r>
              <a:rPr sz="8400" spc="-434" dirty="0">
                <a:solidFill>
                  <a:srgbClr val="FF9933"/>
                </a:solidFill>
                <a:latin typeface="Arial"/>
                <a:cs typeface="Arial"/>
              </a:rPr>
              <a:t>pressa!</a:t>
            </a:r>
            <a:endParaRPr sz="8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1960" y="4908804"/>
            <a:ext cx="9869170" cy="1461135"/>
            <a:chOff x="441960" y="4908803"/>
            <a:chExt cx="9869170" cy="14611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0919" y="4908803"/>
              <a:ext cx="2947416" cy="14584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65492" y="4914900"/>
              <a:ext cx="2940050" cy="1449705"/>
            </a:xfrm>
            <a:custGeom>
              <a:avLst/>
              <a:gdLst/>
              <a:ahLst/>
              <a:cxnLst/>
              <a:rect l="l" t="t" r="r" b="b"/>
              <a:pathLst>
                <a:path w="2940050" h="1449704">
                  <a:moveTo>
                    <a:pt x="0" y="242316"/>
                  </a:moveTo>
                  <a:lnTo>
                    <a:pt x="4908" y="193399"/>
                  </a:lnTo>
                  <a:lnTo>
                    <a:pt x="18978" y="147875"/>
                  </a:lnTo>
                  <a:lnTo>
                    <a:pt x="41228" y="106709"/>
                  </a:lnTo>
                  <a:lnTo>
                    <a:pt x="70675" y="70866"/>
                  </a:lnTo>
                  <a:lnTo>
                    <a:pt x="106337" y="41308"/>
                  </a:lnTo>
                  <a:lnTo>
                    <a:pt x="147232" y="19002"/>
                  </a:lnTo>
                  <a:lnTo>
                    <a:pt x="192378" y="4911"/>
                  </a:lnTo>
                  <a:lnTo>
                    <a:pt x="240792" y="0"/>
                  </a:lnTo>
                  <a:lnTo>
                    <a:pt x="2699003" y="0"/>
                  </a:lnTo>
                  <a:lnTo>
                    <a:pt x="2747417" y="4911"/>
                  </a:lnTo>
                  <a:lnTo>
                    <a:pt x="2792563" y="19002"/>
                  </a:lnTo>
                  <a:lnTo>
                    <a:pt x="2833458" y="41308"/>
                  </a:lnTo>
                  <a:lnTo>
                    <a:pt x="2869120" y="70866"/>
                  </a:lnTo>
                  <a:lnTo>
                    <a:pt x="2898567" y="106709"/>
                  </a:lnTo>
                  <a:lnTo>
                    <a:pt x="2920817" y="147875"/>
                  </a:lnTo>
                  <a:lnTo>
                    <a:pt x="2934887" y="193399"/>
                  </a:lnTo>
                  <a:lnTo>
                    <a:pt x="2939796" y="242316"/>
                  </a:lnTo>
                  <a:lnTo>
                    <a:pt x="2939796" y="1207008"/>
                  </a:lnTo>
                  <a:lnTo>
                    <a:pt x="2934887" y="1255924"/>
                  </a:lnTo>
                  <a:lnTo>
                    <a:pt x="2920817" y="1301448"/>
                  </a:lnTo>
                  <a:lnTo>
                    <a:pt x="2898567" y="1342614"/>
                  </a:lnTo>
                  <a:lnTo>
                    <a:pt x="2869120" y="1378458"/>
                  </a:lnTo>
                  <a:lnTo>
                    <a:pt x="2833458" y="1408015"/>
                  </a:lnTo>
                  <a:lnTo>
                    <a:pt x="2792563" y="1430321"/>
                  </a:lnTo>
                  <a:lnTo>
                    <a:pt x="2747417" y="1444412"/>
                  </a:lnTo>
                  <a:lnTo>
                    <a:pt x="2699003" y="1449324"/>
                  </a:lnTo>
                  <a:lnTo>
                    <a:pt x="240792" y="1449324"/>
                  </a:lnTo>
                  <a:lnTo>
                    <a:pt x="192378" y="1444412"/>
                  </a:lnTo>
                  <a:lnTo>
                    <a:pt x="147232" y="1430321"/>
                  </a:lnTo>
                  <a:lnTo>
                    <a:pt x="106337" y="1408015"/>
                  </a:lnTo>
                  <a:lnTo>
                    <a:pt x="70675" y="1378458"/>
                  </a:lnTo>
                  <a:lnTo>
                    <a:pt x="41228" y="1342614"/>
                  </a:lnTo>
                  <a:lnTo>
                    <a:pt x="18978" y="1301448"/>
                  </a:lnTo>
                  <a:lnTo>
                    <a:pt x="4908" y="1255924"/>
                  </a:lnTo>
                  <a:lnTo>
                    <a:pt x="0" y="1207008"/>
                  </a:lnTo>
                  <a:lnTo>
                    <a:pt x="0" y="242316"/>
                  </a:lnTo>
                  <a:close/>
                </a:path>
              </a:pathLst>
            </a:custGeom>
            <a:ln w="10668">
              <a:solidFill>
                <a:srgbClr val="7E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8288" y="4908803"/>
              <a:ext cx="3154679" cy="14584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34383" y="4914900"/>
              <a:ext cx="3144520" cy="1449705"/>
            </a:xfrm>
            <a:custGeom>
              <a:avLst/>
              <a:gdLst/>
              <a:ahLst/>
              <a:cxnLst/>
              <a:rect l="l" t="t" r="r" b="b"/>
              <a:pathLst>
                <a:path w="3144520" h="1449704">
                  <a:moveTo>
                    <a:pt x="0" y="242316"/>
                  </a:moveTo>
                  <a:lnTo>
                    <a:pt x="4908" y="193399"/>
                  </a:lnTo>
                  <a:lnTo>
                    <a:pt x="18978" y="147875"/>
                  </a:lnTo>
                  <a:lnTo>
                    <a:pt x="41228" y="106709"/>
                  </a:lnTo>
                  <a:lnTo>
                    <a:pt x="70675" y="70866"/>
                  </a:lnTo>
                  <a:lnTo>
                    <a:pt x="106337" y="41308"/>
                  </a:lnTo>
                  <a:lnTo>
                    <a:pt x="147232" y="19002"/>
                  </a:lnTo>
                  <a:lnTo>
                    <a:pt x="192378" y="4911"/>
                  </a:lnTo>
                  <a:lnTo>
                    <a:pt x="240792" y="0"/>
                  </a:lnTo>
                  <a:lnTo>
                    <a:pt x="2903219" y="0"/>
                  </a:lnTo>
                  <a:lnTo>
                    <a:pt x="2951633" y="4911"/>
                  </a:lnTo>
                  <a:lnTo>
                    <a:pt x="2996779" y="19002"/>
                  </a:lnTo>
                  <a:lnTo>
                    <a:pt x="3037674" y="41308"/>
                  </a:lnTo>
                  <a:lnTo>
                    <a:pt x="3073336" y="70866"/>
                  </a:lnTo>
                  <a:lnTo>
                    <a:pt x="3102783" y="106709"/>
                  </a:lnTo>
                  <a:lnTo>
                    <a:pt x="3125033" y="147875"/>
                  </a:lnTo>
                  <a:lnTo>
                    <a:pt x="3139103" y="193399"/>
                  </a:lnTo>
                  <a:lnTo>
                    <a:pt x="3144011" y="242316"/>
                  </a:lnTo>
                  <a:lnTo>
                    <a:pt x="3144011" y="1207008"/>
                  </a:lnTo>
                  <a:lnTo>
                    <a:pt x="3139103" y="1255924"/>
                  </a:lnTo>
                  <a:lnTo>
                    <a:pt x="3125033" y="1301448"/>
                  </a:lnTo>
                  <a:lnTo>
                    <a:pt x="3102783" y="1342614"/>
                  </a:lnTo>
                  <a:lnTo>
                    <a:pt x="3073336" y="1378458"/>
                  </a:lnTo>
                  <a:lnTo>
                    <a:pt x="3037674" y="1408015"/>
                  </a:lnTo>
                  <a:lnTo>
                    <a:pt x="2996779" y="1430321"/>
                  </a:lnTo>
                  <a:lnTo>
                    <a:pt x="2951633" y="1444412"/>
                  </a:lnTo>
                  <a:lnTo>
                    <a:pt x="2903219" y="1449324"/>
                  </a:lnTo>
                  <a:lnTo>
                    <a:pt x="240792" y="1449324"/>
                  </a:lnTo>
                  <a:lnTo>
                    <a:pt x="192378" y="1444412"/>
                  </a:lnTo>
                  <a:lnTo>
                    <a:pt x="147232" y="1430321"/>
                  </a:lnTo>
                  <a:lnTo>
                    <a:pt x="106337" y="1408015"/>
                  </a:lnTo>
                  <a:lnTo>
                    <a:pt x="70675" y="1378458"/>
                  </a:lnTo>
                  <a:lnTo>
                    <a:pt x="41228" y="1342614"/>
                  </a:lnTo>
                  <a:lnTo>
                    <a:pt x="18978" y="1301448"/>
                  </a:lnTo>
                  <a:lnTo>
                    <a:pt x="4908" y="1255924"/>
                  </a:lnTo>
                  <a:lnTo>
                    <a:pt x="0" y="1207008"/>
                  </a:lnTo>
                  <a:lnTo>
                    <a:pt x="0" y="242316"/>
                  </a:lnTo>
                  <a:close/>
                </a:path>
              </a:pathLst>
            </a:custGeom>
            <a:ln w="10668">
              <a:solidFill>
                <a:srgbClr val="7E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" y="4908803"/>
              <a:ext cx="2950464" cy="14584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8056" y="4914900"/>
              <a:ext cx="2940050" cy="1449705"/>
            </a:xfrm>
            <a:custGeom>
              <a:avLst/>
              <a:gdLst/>
              <a:ahLst/>
              <a:cxnLst/>
              <a:rect l="l" t="t" r="r" b="b"/>
              <a:pathLst>
                <a:path w="2940050" h="1449704">
                  <a:moveTo>
                    <a:pt x="0" y="242316"/>
                  </a:moveTo>
                  <a:lnTo>
                    <a:pt x="4845" y="193399"/>
                  </a:lnTo>
                  <a:lnTo>
                    <a:pt x="18764" y="147875"/>
                  </a:lnTo>
                  <a:lnTo>
                    <a:pt x="40826" y="106709"/>
                  </a:lnTo>
                  <a:lnTo>
                    <a:pt x="70104" y="70866"/>
                  </a:lnTo>
                  <a:lnTo>
                    <a:pt x="105667" y="41308"/>
                  </a:lnTo>
                  <a:lnTo>
                    <a:pt x="146589" y="19002"/>
                  </a:lnTo>
                  <a:lnTo>
                    <a:pt x="191940" y="4911"/>
                  </a:lnTo>
                  <a:lnTo>
                    <a:pt x="240792" y="0"/>
                  </a:lnTo>
                  <a:lnTo>
                    <a:pt x="2697480" y="0"/>
                  </a:lnTo>
                  <a:lnTo>
                    <a:pt x="2746396" y="4911"/>
                  </a:lnTo>
                  <a:lnTo>
                    <a:pt x="2791920" y="19002"/>
                  </a:lnTo>
                  <a:lnTo>
                    <a:pt x="2833086" y="41308"/>
                  </a:lnTo>
                  <a:lnTo>
                    <a:pt x="2868930" y="70866"/>
                  </a:lnTo>
                  <a:lnTo>
                    <a:pt x="2898487" y="106709"/>
                  </a:lnTo>
                  <a:lnTo>
                    <a:pt x="2920793" y="147875"/>
                  </a:lnTo>
                  <a:lnTo>
                    <a:pt x="2934884" y="193399"/>
                  </a:lnTo>
                  <a:lnTo>
                    <a:pt x="2939796" y="242316"/>
                  </a:lnTo>
                  <a:lnTo>
                    <a:pt x="2939796" y="1207008"/>
                  </a:lnTo>
                  <a:lnTo>
                    <a:pt x="2934884" y="1255924"/>
                  </a:lnTo>
                  <a:lnTo>
                    <a:pt x="2920793" y="1301448"/>
                  </a:lnTo>
                  <a:lnTo>
                    <a:pt x="2898487" y="1342614"/>
                  </a:lnTo>
                  <a:lnTo>
                    <a:pt x="2868930" y="1378458"/>
                  </a:lnTo>
                  <a:lnTo>
                    <a:pt x="2833086" y="1408015"/>
                  </a:lnTo>
                  <a:lnTo>
                    <a:pt x="2791920" y="1430321"/>
                  </a:lnTo>
                  <a:lnTo>
                    <a:pt x="2746396" y="1444412"/>
                  </a:lnTo>
                  <a:lnTo>
                    <a:pt x="2697480" y="1449324"/>
                  </a:lnTo>
                  <a:lnTo>
                    <a:pt x="240792" y="1449324"/>
                  </a:lnTo>
                  <a:lnTo>
                    <a:pt x="191940" y="1444412"/>
                  </a:lnTo>
                  <a:lnTo>
                    <a:pt x="146589" y="1430321"/>
                  </a:lnTo>
                  <a:lnTo>
                    <a:pt x="105667" y="1408015"/>
                  </a:lnTo>
                  <a:lnTo>
                    <a:pt x="70104" y="1378458"/>
                  </a:lnTo>
                  <a:lnTo>
                    <a:pt x="40826" y="1342614"/>
                  </a:lnTo>
                  <a:lnTo>
                    <a:pt x="18764" y="1301448"/>
                  </a:lnTo>
                  <a:lnTo>
                    <a:pt x="4845" y="1255924"/>
                  </a:lnTo>
                  <a:lnTo>
                    <a:pt x="0" y="1207008"/>
                  </a:lnTo>
                  <a:lnTo>
                    <a:pt x="0" y="242316"/>
                  </a:lnTo>
                  <a:close/>
                </a:path>
              </a:pathLst>
            </a:custGeom>
            <a:ln w="10668">
              <a:solidFill>
                <a:srgbClr val="7E6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4081" y="5301457"/>
            <a:ext cx="2552700" cy="10151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spcBef>
                <a:spcPts val="115"/>
              </a:spcBef>
            </a:pPr>
            <a:r>
              <a:rPr sz="3851" b="1" spc="-55" dirty="0">
                <a:solidFill>
                  <a:srgbClr val="FFFFFF"/>
                </a:solidFill>
                <a:latin typeface="Candara"/>
                <a:cs typeface="Candara"/>
              </a:rPr>
              <a:t>Organização</a:t>
            </a:r>
            <a:endParaRPr sz="3851">
              <a:latin typeface="Candara"/>
              <a:cs typeface="Candara"/>
            </a:endParaRPr>
          </a:p>
          <a:p>
            <a:pPr marR="6985" algn="ctr">
              <a:spcBef>
                <a:spcPts val="1510"/>
              </a:spcBef>
            </a:pPr>
            <a:r>
              <a:rPr sz="1400" b="1" spc="-45" dirty="0">
                <a:solidFill>
                  <a:srgbClr val="FFFFFF"/>
                </a:solidFill>
                <a:latin typeface="Candara"/>
                <a:cs typeface="Candara"/>
              </a:rPr>
              <a:t>Horários </a:t>
            </a:r>
            <a:r>
              <a:rPr sz="1400" b="1" dirty="0">
                <a:solidFill>
                  <a:srgbClr val="FFFFFF"/>
                </a:solidFill>
                <a:latin typeface="Candara"/>
                <a:cs typeface="Candara"/>
              </a:rPr>
              <a:t>de</a:t>
            </a:r>
            <a:r>
              <a:rPr sz="1400" b="1" spc="-2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ndara"/>
                <a:cs typeface="Candara"/>
              </a:rPr>
              <a:t>saída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7543" y="5301457"/>
            <a:ext cx="2807970" cy="10151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spcBef>
                <a:spcPts val="115"/>
              </a:spcBef>
            </a:pPr>
            <a:r>
              <a:rPr sz="3851" b="1" spc="-70" dirty="0">
                <a:solidFill>
                  <a:srgbClr val="FFFFFF"/>
                </a:solidFill>
                <a:latin typeface="Candara"/>
                <a:cs typeface="Candara"/>
              </a:rPr>
              <a:t>Planejamento</a:t>
            </a:r>
            <a:endParaRPr sz="3851">
              <a:latin typeface="Candara"/>
              <a:cs typeface="Candara"/>
            </a:endParaRPr>
          </a:p>
          <a:p>
            <a:pPr marR="1270" algn="ctr">
              <a:spcBef>
                <a:spcPts val="1535"/>
              </a:spcBef>
            </a:pPr>
            <a:r>
              <a:rPr sz="1400" b="1" dirty="0">
                <a:solidFill>
                  <a:srgbClr val="FFFFFF"/>
                </a:solidFill>
                <a:latin typeface="Candara"/>
                <a:cs typeface="Candara"/>
              </a:rPr>
              <a:t>Rotas</a:t>
            </a:r>
            <a:r>
              <a:rPr sz="1400" b="1" spc="-6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ndara"/>
                <a:cs typeface="Candara"/>
              </a:rPr>
              <a:t>e</a:t>
            </a:r>
            <a:r>
              <a:rPr sz="1400" b="1" spc="-4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ndara"/>
                <a:cs typeface="Candara"/>
              </a:rPr>
              <a:t>Trajeto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89288" y="5301457"/>
            <a:ext cx="1901189" cy="100232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spcBef>
                <a:spcPts val="115"/>
              </a:spcBef>
            </a:pPr>
            <a:r>
              <a:rPr sz="3851" b="1" spc="-100" dirty="0">
                <a:solidFill>
                  <a:srgbClr val="FFFFFF"/>
                </a:solidFill>
                <a:latin typeface="Candara"/>
                <a:cs typeface="Candara"/>
              </a:rPr>
              <a:t>Disciplina</a:t>
            </a:r>
            <a:endParaRPr sz="3851">
              <a:latin typeface="Candara"/>
              <a:cs typeface="Candara"/>
            </a:endParaRPr>
          </a:p>
          <a:p>
            <a:pPr marR="1270" algn="ctr">
              <a:spcBef>
                <a:spcPts val="1430"/>
              </a:spcBef>
            </a:pPr>
            <a:r>
              <a:rPr sz="1400" b="1" spc="-10" dirty="0">
                <a:solidFill>
                  <a:srgbClr val="FFFFFF"/>
                </a:solidFill>
                <a:latin typeface="Candara"/>
                <a:cs typeface="Candara"/>
              </a:rPr>
              <a:t>Semáforos</a:t>
            </a:r>
            <a:endParaRPr sz="14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8590" y="772668"/>
            <a:ext cx="6195203" cy="6013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9264" y="1825224"/>
            <a:ext cx="5062236" cy="386734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1" marR="5080" indent="163204">
              <a:lnSpc>
                <a:spcPct val="100600"/>
              </a:lnSpc>
              <a:spcBef>
                <a:spcPts val="85"/>
              </a:spcBef>
              <a:buClr>
                <a:srgbClr val="000000"/>
              </a:buClr>
              <a:buSzPct val="75000"/>
              <a:buFont typeface="Arial MT"/>
              <a:buChar char="-"/>
              <a:tabLst>
                <a:tab pos="17590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capacete</a:t>
            </a:r>
            <a:r>
              <a:rPr sz="28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deve</a:t>
            </a:r>
            <a:r>
              <a:rPr sz="28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estar</a:t>
            </a:r>
            <a:r>
              <a:rPr sz="28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bem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preso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afivelado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durante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todo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trajeto </a:t>
            </a:r>
            <a:r>
              <a:rPr sz="2100" dirty="0">
                <a:latin typeface="Arial MT"/>
                <a:cs typeface="Arial MT"/>
              </a:rPr>
              <a:t>com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motocicleta;</a:t>
            </a:r>
            <a:endParaRPr sz="2100" dirty="0">
              <a:latin typeface="Arial MT"/>
              <a:cs typeface="Arial MT"/>
            </a:endParaRPr>
          </a:p>
          <a:p>
            <a:pPr marL="12701" marR="51438" indent="162569">
              <a:lnSpc>
                <a:spcPct val="100400"/>
              </a:lnSpc>
              <a:spcBef>
                <a:spcPts val="2070"/>
              </a:spcBef>
              <a:buChar char="-"/>
              <a:tabLst>
                <a:tab pos="175270" algn="l"/>
              </a:tabLst>
            </a:pPr>
            <a:r>
              <a:rPr sz="2100" dirty="0">
                <a:latin typeface="Arial MT"/>
                <a:cs typeface="Arial MT"/>
              </a:rPr>
              <a:t>Troque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viseira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ao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notar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qualquer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tipo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de </a:t>
            </a:r>
            <a:r>
              <a:rPr sz="2100" dirty="0">
                <a:latin typeface="Arial MT"/>
                <a:cs typeface="Arial MT"/>
              </a:rPr>
              <a:t>trinca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e/ou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quando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estiver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riscos demasiados;</a:t>
            </a:r>
            <a:endParaRPr sz="2100" dirty="0">
              <a:latin typeface="Arial MT"/>
              <a:cs typeface="Arial MT"/>
            </a:endParaRPr>
          </a:p>
          <a:p>
            <a:pPr marL="12701" marR="87635" indent="162569">
              <a:lnSpc>
                <a:spcPct val="100400"/>
              </a:lnSpc>
              <a:spcBef>
                <a:spcPts val="1030"/>
              </a:spcBef>
              <a:buChar char="-"/>
              <a:tabLst>
                <a:tab pos="175270" algn="l"/>
              </a:tabLst>
            </a:pPr>
            <a:r>
              <a:rPr sz="2100" dirty="0">
                <a:latin typeface="Arial MT"/>
                <a:cs typeface="Arial MT"/>
              </a:rPr>
              <a:t>Nunca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dê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carona</a:t>
            </a:r>
            <a:r>
              <a:rPr sz="2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sem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capacete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proteção</a:t>
            </a:r>
            <a:r>
              <a:rPr sz="2100" dirty="0">
                <a:latin typeface="Arial MT"/>
                <a:cs typeface="Arial MT"/>
              </a:rPr>
              <a:t>,</a:t>
            </a:r>
            <a:r>
              <a:rPr sz="2100" spc="-7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mesmo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em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curtos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trajetos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o </a:t>
            </a:r>
            <a:r>
              <a:rPr sz="2100" dirty="0">
                <a:latin typeface="Arial MT"/>
                <a:cs typeface="Arial MT"/>
              </a:rPr>
              <a:t>risco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está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presente.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76111" y="924563"/>
            <a:ext cx="4248785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1">
              <a:spcBef>
                <a:spcPts val="110"/>
              </a:spcBef>
            </a:pPr>
            <a:r>
              <a:rPr sz="2450" dirty="0">
                <a:solidFill>
                  <a:srgbClr val="000000"/>
                </a:solidFill>
                <a:latin typeface="Arial"/>
                <a:cs typeface="Arial"/>
              </a:rPr>
              <a:t>UTILIZAÇÃO</a:t>
            </a:r>
            <a:r>
              <a:rPr sz="245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sz="245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00000"/>
                </a:solidFill>
                <a:latin typeface="Arial"/>
                <a:cs typeface="Arial"/>
              </a:rPr>
              <a:t>CAPACETE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4644" y="3512820"/>
            <a:ext cx="4777740" cy="32735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384" cy="6013703"/>
            <a:chOff x="0" y="772668"/>
            <a:chExt cx="10692384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rcRect t="21030" b="21030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rcRect t="9000" b="5307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804759" y="1005260"/>
            <a:ext cx="12922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CHUVA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170" y="1785283"/>
            <a:ext cx="9326880" cy="22799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68284" indent="-155583">
              <a:spcBef>
                <a:spcPts val="780"/>
              </a:spcBef>
              <a:buSzPct val="78571"/>
              <a:buChar char="•"/>
              <a:tabLst>
                <a:tab pos="168284" algn="l"/>
              </a:tabLst>
            </a:pPr>
            <a:r>
              <a:rPr sz="2100" dirty="0">
                <a:latin typeface="Arial MT"/>
                <a:cs typeface="Arial MT"/>
              </a:rPr>
              <a:t>O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pior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momento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chuva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2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início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dela...</a:t>
            </a:r>
            <a:endParaRPr sz="2800">
              <a:latin typeface="Arial"/>
              <a:cs typeface="Arial"/>
            </a:endParaRPr>
          </a:p>
          <a:p>
            <a:pPr marL="167650" marR="70489" indent="-155583">
              <a:lnSpc>
                <a:spcPct val="100800"/>
              </a:lnSpc>
              <a:spcBef>
                <a:spcPts val="660"/>
              </a:spcBef>
              <a:buSzPct val="80357"/>
              <a:buFont typeface="Arial MT"/>
              <a:buChar char="•"/>
              <a:tabLst>
                <a:tab pos="16765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sz="2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luz</a:t>
            </a:r>
            <a:r>
              <a:rPr sz="2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baixa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aumente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veículo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à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frente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diminua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a </a:t>
            </a:r>
            <a:r>
              <a:rPr sz="2100" spc="-10" dirty="0">
                <a:latin typeface="Arial MT"/>
                <a:cs typeface="Arial MT"/>
              </a:rPr>
              <a:t>velocidade...</a:t>
            </a:r>
            <a:endParaRPr sz="2100">
              <a:latin typeface="Arial MT"/>
              <a:cs typeface="Arial MT"/>
            </a:endParaRPr>
          </a:p>
          <a:p>
            <a:pPr marL="168284" indent="-155583">
              <a:spcBef>
                <a:spcPts val="735"/>
              </a:spcBef>
              <a:buSzPct val="79365"/>
              <a:buFont typeface="Arial MT"/>
              <a:buChar char="•"/>
              <a:tabLst>
                <a:tab pos="168284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Em</a:t>
            </a:r>
            <a:r>
              <a:rPr sz="315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caso</a:t>
            </a:r>
            <a:r>
              <a:rPr sz="315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chuva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granizo</a:t>
            </a:r>
            <a:r>
              <a:rPr sz="2100" dirty="0">
                <a:latin typeface="Arial MT"/>
                <a:cs typeface="Arial MT"/>
              </a:rPr>
              <a:t>,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aguarde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em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um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local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seguro</a:t>
            </a:r>
            <a:endParaRPr sz="2100">
              <a:latin typeface="Arial MT"/>
              <a:cs typeface="Arial MT"/>
            </a:endParaRPr>
          </a:p>
          <a:p>
            <a:pPr marL="167650">
              <a:spcBef>
                <a:spcPts val="30"/>
              </a:spcBef>
            </a:pPr>
            <a:r>
              <a:rPr sz="2100" b="1" dirty="0">
                <a:latin typeface="Arial"/>
                <a:cs typeface="Arial"/>
              </a:rPr>
              <a:t>(não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no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acostamento,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em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lotes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lindeiros);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t="21030" b="21030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19832" y="1051055"/>
            <a:ext cx="440436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NEBLINA</a:t>
            </a: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OU</a:t>
            </a: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 CERRAÇÃO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5700" y="1884715"/>
            <a:ext cx="5691912" cy="359438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67650" marR="5080" indent="-155583">
              <a:lnSpc>
                <a:spcPct val="100600"/>
              </a:lnSpc>
              <a:spcBef>
                <a:spcPts val="85"/>
              </a:spcBef>
              <a:buSzPct val="80357"/>
              <a:buFont typeface="Arial MT"/>
              <a:buChar char="•"/>
              <a:tabLst>
                <a:tab pos="16765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Utilize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farol</a:t>
            </a:r>
            <a:r>
              <a:rPr sz="2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baixo</a:t>
            </a:r>
            <a:r>
              <a:rPr sz="2100" dirty="0">
                <a:latin typeface="Arial MT"/>
                <a:cs typeface="Arial MT"/>
              </a:rPr>
              <a:t>...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não use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farol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alto,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ele </a:t>
            </a:r>
            <a:r>
              <a:rPr sz="2100" dirty="0">
                <a:latin typeface="Arial MT"/>
                <a:cs typeface="Arial MT"/>
              </a:rPr>
              <a:t>reflete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partículas de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água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reduz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ainda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mais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a </a:t>
            </a:r>
            <a:r>
              <a:rPr sz="2100" spc="-10" dirty="0">
                <a:latin typeface="Arial MT"/>
                <a:cs typeface="Arial MT"/>
              </a:rPr>
              <a:t>visibilidade;</a:t>
            </a:r>
            <a:endParaRPr sz="2100" dirty="0">
              <a:latin typeface="Arial MT"/>
              <a:cs typeface="Arial MT"/>
            </a:endParaRPr>
          </a:p>
          <a:p>
            <a:pPr marL="168284" indent="-155583">
              <a:spcBef>
                <a:spcPts val="1764"/>
              </a:spcBef>
              <a:buSzPct val="78571"/>
              <a:buChar char="•"/>
              <a:tabLst>
                <a:tab pos="168284" algn="l"/>
              </a:tabLst>
            </a:pPr>
            <a:r>
              <a:rPr sz="2100" dirty="0">
                <a:latin typeface="Arial MT"/>
                <a:cs typeface="Arial MT"/>
              </a:rPr>
              <a:t>aumente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veículo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sua</a:t>
            </a:r>
            <a:r>
              <a:rPr sz="2100" spc="-10" dirty="0">
                <a:latin typeface="Arial MT"/>
                <a:cs typeface="Arial MT"/>
              </a:rPr>
              <a:t> frente;</a:t>
            </a:r>
            <a:endParaRPr sz="2100" dirty="0">
              <a:latin typeface="Arial MT"/>
              <a:cs typeface="Arial MT"/>
            </a:endParaRPr>
          </a:p>
          <a:p>
            <a:pPr marL="167650" marR="302912" indent="-155583">
              <a:lnSpc>
                <a:spcPct val="100299"/>
              </a:lnSpc>
              <a:spcBef>
                <a:spcPts val="1985"/>
              </a:spcBef>
              <a:buSzPct val="78571"/>
              <a:buFont typeface="Arial MT"/>
              <a:buChar char="•"/>
              <a:tabLst>
                <a:tab pos="167650" algn="l"/>
              </a:tabLst>
            </a:pPr>
            <a:r>
              <a:rPr sz="2100" b="1" dirty="0">
                <a:latin typeface="Arial"/>
                <a:cs typeface="Arial"/>
              </a:rPr>
              <a:t>cuidado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em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cruzamentos: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se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possível,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3150" b="1" spc="-10" dirty="0">
                <a:solidFill>
                  <a:srgbClr val="FF0000"/>
                </a:solidFill>
                <a:latin typeface="Arial"/>
                <a:cs typeface="Arial"/>
              </a:rPr>
              <a:t>pare,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olhe</a:t>
            </a:r>
            <a:r>
              <a:rPr sz="31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15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FF0000"/>
                </a:solidFill>
                <a:latin typeface="Arial"/>
                <a:cs typeface="Arial"/>
              </a:rPr>
              <a:t>escute;</a:t>
            </a:r>
            <a:endParaRPr sz="3150" dirty="0">
              <a:latin typeface="Arial"/>
              <a:cs typeface="Arial"/>
            </a:endParaRPr>
          </a:p>
          <a:p>
            <a:pPr marL="167650" marR="243217" indent="-155583">
              <a:spcBef>
                <a:spcPts val="1810"/>
              </a:spcBef>
              <a:buSzPct val="78571"/>
              <a:buChar char="•"/>
              <a:tabLst>
                <a:tab pos="167650" algn="l"/>
              </a:tabLst>
            </a:pPr>
            <a:r>
              <a:rPr sz="2100" dirty="0">
                <a:latin typeface="Arial MT"/>
                <a:cs typeface="Arial MT"/>
              </a:rPr>
              <a:t>caso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decida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não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seguir viagem,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estacione em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um </a:t>
            </a:r>
            <a:r>
              <a:rPr sz="2100" dirty="0">
                <a:latin typeface="Arial MT"/>
                <a:cs typeface="Arial MT"/>
              </a:rPr>
              <a:t>local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seguro.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t="9000" b="5943"/>
          <a:stretch>
            <a:fillRect/>
          </a:stretch>
        </p:blipFill>
        <p:spPr>
          <a:xfrm>
            <a:off x="0" y="772668"/>
            <a:ext cx="4863083" cy="60137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t="21030" b="21030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2192" y="1215597"/>
            <a:ext cx="5517910" cy="50570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67650" marR="39372" indent="-155583">
              <a:lnSpc>
                <a:spcPct val="100499"/>
              </a:lnSpc>
              <a:spcBef>
                <a:spcPts val="85"/>
              </a:spcBef>
              <a:buSzPct val="79365"/>
              <a:buFont typeface="Arial MT"/>
              <a:buChar char="•"/>
              <a:tabLst>
                <a:tab pos="167650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Nunca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olhe</a:t>
            </a:r>
            <a:r>
              <a:rPr sz="31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diretamente</a:t>
            </a:r>
            <a:r>
              <a:rPr sz="31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315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FF0000"/>
                </a:solidFill>
                <a:latin typeface="Arial"/>
                <a:cs typeface="Arial"/>
              </a:rPr>
              <a:t>farol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alto</a:t>
            </a:r>
            <a:r>
              <a:rPr sz="31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que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vem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frente,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muito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menos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revide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com </a:t>
            </a:r>
            <a:r>
              <a:rPr sz="2100" dirty="0">
                <a:latin typeface="Arial MT"/>
                <a:cs typeface="Arial MT"/>
              </a:rPr>
              <a:t>seu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farol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alto.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Desvie</a:t>
            </a:r>
            <a:r>
              <a:rPr sz="2100" spc="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olhar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ao bordo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pista; </a:t>
            </a:r>
            <a:r>
              <a:rPr sz="2100" b="1" spc="-10" dirty="0">
                <a:latin typeface="Arial"/>
                <a:cs typeface="Arial"/>
              </a:rPr>
              <a:t>(ofuscamento)</a:t>
            </a:r>
            <a:endParaRPr sz="2100" dirty="0">
              <a:latin typeface="Arial"/>
              <a:cs typeface="Arial"/>
            </a:endParaRPr>
          </a:p>
          <a:p>
            <a:pPr marL="167650" marR="5080" indent="-155583">
              <a:lnSpc>
                <a:spcPct val="100800"/>
              </a:lnSpc>
              <a:spcBef>
                <a:spcPts val="1970"/>
              </a:spcBef>
              <a:buSzPct val="79365"/>
              <a:buFont typeface="Arial MT"/>
              <a:buChar char="•"/>
              <a:tabLst>
                <a:tab pos="167650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nunca</a:t>
            </a:r>
            <a:r>
              <a:rPr sz="31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avise</a:t>
            </a:r>
            <a:r>
              <a:rPr sz="315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outros</a:t>
            </a:r>
            <a:r>
              <a:rPr sz="31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motoristas</a:t>
            </a:r>
            <a:r>
              <a:rPr sz="31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spc="-25" dirty="0">
                <a:latin typeface="Arial MT"/>
                <a:cs typeface="Arial MT"/>
              </a:rPr>
              <a:t>com </a:t>
            </a:r>
            <a:r>
              <a:rPr sz="2100" dirty="0">
                <a:latin typeface="Arial MT"/>
                <a:cs typeface="Arial MT"/>
              </a:rPr>
              <a:t>piscadas no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farol sobre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blitzes;</a:t>
            </a:r>
            <a:endParaRPr sz="2100" dirty="0">
              <a:latin typeface="Arial MT"/>
              <a:cs typeface="Arial MT"/>
            </a:endParaRPr>
          </a:p>
          <a:p>
            <a:pPr marL="12701" marR="59058" indent="151139" algn="just">
              <a:lnSpc>
                <a:spcPct val="100600"/>
              </a:lnSpc>
              <a:spcBef>
                <a:spcPts val="1975"/>
              </a:spcBef>
              <a:buSzPct val="78571"/>
              <a:buChar char="•"/>
              <a:tabLst>
                <a:tab pos="163839" algn="l"/>
              </a:tabLst>
            </a:pPr>
            <a:r>
              <a:rPr sz="2100" dirty="0">
                <a:latin typeface="Arial MT"/>
                <a:cs typeface="Arial MT"/>
              </a:rPr>
              <a:t>Verifique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sempre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Iluminação</a:t>
            </a:r>
            <a:r>
              <a:rPr sz="315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FF0000"/>
                </a:solidFill>
                <a:latin typeface="Arial"/>
                <a:cs typeface="Arial"/>
              </a:rPr>
              <a:t>queimada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ou</a:t>
            </a:r>
            <a:r>
              <a:rPr sz="315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danificada</a:t>
            </a:r>
            <a:r>
              <a:rPr sz="315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(lanterna/farol/setas)</a:t>
            </a:r>
            <a:r>
              <a:rPr sz="2100" spc="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substitua imediatamente;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rcRect t="6000" b="4037"/>
          <a:stretch>
            <a:fillRect/>
          </a:stretch>
        </p:blipFill>
        <p:spPr>
          <a:xfrm>
            <a:off x="6094476" y="772668"/>
            <a:ext cx="4597908" cy="60137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t="21030" b="21030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69785" y="932124"/>
            <a:ext cx="495871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b="1" dirty="0">
                <a:latin typeface="Arial"/>
                <a:cs typeface="Arial"/>
              </a:rPr>
              <a:t>DISTÂNCIA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SEGURANÇA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90" y="2197076"/>
            <a:ext cx="6324600" cy="19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Mantenha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uma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segura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veículo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</a:t>
            </a:r>
            <a:r>
              <a:rPr sz="2100" spc="-10" dirty="0">
                <a:latin typeface="Arial MT"/>
                <a:cs typeface="Arial MT"/>
              </a:rPr>
              <a:t> frente.</a:t>
            </a:r>
            <a:endParaRPr sz="2100">
              <a:latin typeface="Arial MT"/>
              <a:cs typeface="Arial MT"/>
            </a:endParaRPr>
          </a:p>
          <a:p>
            <a:pPr>
              <a:spcBef>
                <a:spcPts val="114"/>
              </a:spcBef>
            </a:pPr>
            <a:endParaRPr sz="2100">
              <a:latin typeface="Arial MT"/>
              <a:cs typeface="Arial MT"/>
            </a:endParaRPr>
          </a:p>
          <a:p>
            <a:pPr marL="412774" indent="-400073">
              <a:buAutoNum type="arabicPeriod"/>
              <a:tabLst>
                <a:tab pos="412774" algn="l"/>
              </a:tabLst>
            </a:pP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 </a:t>
            </a:r>
            <a:r>
              <a:rPr sz="2100" b="1" spc="-10" dirty="0">
                <a:latin typeface="Arial"/>
                <a:cs typeface="Arial"/>
              </a:rPr>
              <a:t>seguimento</a:t>
            </a:r>
            <a:endParaRPr sz="2100">
              <a:latin typeface="Arial"/>
              <a:cs typeface="Arial"/>
            </a:endParaRPr>
          </a:p>
          <a:p>
            <a:pPr marL="412774" indent="-400073">
              <a:buAutoNum type="arabicPeriod"/>
              <a:tabLst>
                <a:tab pos="412774" algn="l"/>
              </a:tabLst>
            </a:pP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 </a:t>
            </a:r>
            <a:r>
              <a:rPr sz="2100" b="1" spc="-10" dirty="0">
                <a:latin typeface="Arial"/>
                <a:cs typeface="Arial"/>
              </a:rPr>
              <a:t>reação</a:t>
            </a:r>
            <a:endParaRPr sz="2100">
              <a:latin typeface="Arial"/>
              <a:cs typeface="Arial"/>
            </a:endParaRPr>
          </a:p>
          <a:p>
            <a:pPr marL="412774" indent="-400073">
              <a:spcBef>
                <a:spcPts val="15"/>
              </a:spcBef>
              <a:buAutoNum type="arabicPeriod"/>
              <a:tabLst>
                <a:tab pos="412774" algn="l"/>
              </a:tabLst>
            </a:pP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 </a:t>
            </a:r>
            <a:r>
              <a:rPr sz="2100" b="1" spc="-10" dirty="0">
                <a:latin typeface="Arial"/>
                <a:cs typeface="Arial"/>
              </a:rPr>
              <a:t>frenagem</a:t>
            </a:r>
            <a:endParaRPr sz="2100">
              <a:latin typeface="Arial"/>
              <a:cs typeface="Arial"/>
            </a:endParaRPr>
          </a:p>
          <a:p>
            <a:pPr marL="412774" indent="-400073">
              <a:buAutoNum type="arabicPeriod"/>
              <a:tabLst>
                <a:tab pos="412774" algn="l"/>
              </a:tabLst>
            </a:pP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 </a:t>
            </a:r>
            <a:r>
              <a:rPr sz="2100" b="1" spc="-10" dirty="0">
                <a:latin typeface="Arial"/>
                <a:cs typeface="Arial"/>
              </a:rPr>
              <a:t>parada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823" y="5001351"/>
            <a:ext cx="4130040" cy="17108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spcBef>
                <a:spcPts val="120"/>
              </a:spcBef>
            </a:pPr>
            <a:r>
              <a:rPr sz="7000" b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70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0" b="1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7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0" b="1" spc="-10" dirty="0">
                <a:solidFill>
                  <a:srgbClr val="FF0000"/>
                </a:solidFill>
                <a:latin typeface="Calibri"/>
                <a:cs typeface="Calibri"/>
              </a:rPr>
              <a:t>freia</a:t>
            </a:r>
            <a:endParaRPr sz="7000">
              <a:latin typeface="Calibri"/>
              <a:cs typeface="Calibri"/>
            </a:endParaRPr>
          </a:p>
          <a:p>
            <a:pPr marL="5715" algn="ctr">
              <a:spcBef>
                <a:spcPts val="209"/>
              </a:spcBef>
            </a:pPr>
            <a:r>
              <a:rPr sz="3851" b="1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3851" b="1" spc="-10" dirty="0">
                <a:solidFill>
                  <a:srgbClr val="FF0000"/>
                </a:solidFill>
                <a:latin typeface="Calibri"/>
                <a:cs typeface="Calibri"/>
              </a:rPr>
              <a:t>moto?</a:t>
            </a:r>
            <a:endParaRPr sz="3851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41291" y="3035808"/>
            <a:ext cx="6262498" cy="3750817"/>
            <a:chOff x="4241291" y="3035808"/>
            <a:chExt cx="6262498" cy="3750817"/>
          </a:xfrm>
        </p:grpSpPr>
        <p:sp>
          <p:nvSpPr>
            <p:cNvPr id="7" name="object 7"/>
            <p:cNvSpPr/>
            <p:nvPr/>
          </p:nvSpPr>
          <p:spPr>
            <a:xfrm>
              <a:off x="4241291" y="3035808"/>
              <a:ext cx="5547360" cy="745490"/>
            </a:xfrm>
            <a:custGeom>
              <a:avLst/>
              <a:gdLst/>
              <a:ahLst/>
              <a:cxnLst/>
              <a:rect l="l" t="t" r="r" b="b"/>
              <a:pathLst>
                <a:path w="5547359" h="745489">
                  <a:moveTo>
                    <a:pt x="2634996" y="262128"/>
                  </a:moveTo>
                  <a:lnTo>
                    <a:pt x="2587752" y="245364"/>
                  </a:lnTo>
                  <a:lnTo>
                    <a:pt x="2534411" y="230124"/>
                  </a:lnTo>
                  <a:lnTo>
                    <a:pt x="2474976" y="214883"/>
                  </a:lnTo>
                  <a:lnTo>
                    <a:pt x="2409444" y="199643"/>
                  </a:lnTo>
                  <a:lnTo>
                    <a:pt x="2337816" y="184404"/>
                  </a:lnTo>
                  <a:lnTo>
                    <a:pt x="2261616" y="169164"/>
                  </a:lnTo>
                  <a:lnTo>
                    <a:pt x="2092451" y="141732"/>
                  </a:lnTo>
                  <a:lnTo>
                    <a:pt x="1906524" y="115824"/>
                  </a:lnTo>
                  <a:lnTo>
                    <a:pt x="1807464" y="103632"/>
                  </a:lnTo>
                  <a:lnTo>
                    <a:pt x="1703832" y="92964"/>
                  </a:lnTo>
                  <a:lnTo>
                    <a:pt x="1597151" y="80772"/>
                  </a:lnTo>
                  <a:lnTo>
                    <a:pt x="1485900" y="70104"/>
                  </a:lnTo>
                  <a:lnTo>
                    <a:pt x="1138428" y="42672"/>
                  </a:lnTo>
                  <a:lnTo>
                    <a:pt x="1018032" y="35052"/>
                  </a:lnTo>
                  <a:lnTo>
                    <a:pt x="771144" y="22860"/>
                  </a:lnTo>
                  <a:lnTo>
                    <a:pt x="516636" y="13716"/>
                  </a:lnTo>
                  <a:lnTo>
                    <a:pt x="259080" y="7620"/>
                  </a:lnTo>
                  <a:lnTo>
                    <a:pt x="0" y="4572"/>
                  </a:lnTo>
                  <a:lnTo>
                    <a:pt x="0" y="0"/>
                  </a:lnTo>
                  <a:lnTo>
                    <a:pt x="259080" y="1524"/>
                  </a:lnTo>
                  <a:lnTo>
                    <a:pt x="516636" y="7620"/>
                  </a:lnTo>
                  <a:lnTo>
                    <a:pt x="771144" y="16764"/>
                  </a:lnTo>
                  <a:lnTo>
                    <a:pt x="896112" y="22860"/>
                  </a:lnTo>
                  <a:lnTo>
                    <a:pt x="1257300" y="45720"/>
                  </a:lnTo>
                  <a:lnTo>
                    <a:pt x="1373124" y="54864"/>
                  </a:lnTo>
                  <a:lnTo>
                    <a:pt x="1703832" y="86868"/>
                  </a:lnTo>
                  <a:lnTo>
                    <a:pt x="2002536" y="123444"/>
                  </a:lnTo>
                  <a:lnTo>
                    <a:pt x="2180844" y="150876"/>
                  </a:lnTo>
                  <a:lnTo>
                    <a:pt x="2339340" y="178307"/>
                  </a:lnTo>
                  <a:lnTo>
                    <a:pt x="2476500" y="208788"/>
                  </a:lnTo>
                  <a:lnTo>
                    <a:pt x="2535935" y="224028"/>
                  </a:lnTo>
                  <a:lnTo>
                    <a:pt x="2589276" y="240792"/>
                  </a:lnTo>
                  <a:lnTo>
                    <a:pt x="2638043" y="256031"/>
                  </a:lnTo>
                  <a:lnTo>
                    <a:pt x="2650845" y="260604"/>
                  </a:lnTo>
                  <a:lnTo>
                    <a:pt x="2634996" y="260604"/>
                  </a:lnTo>
                  <a:lnTo>
                    <a:pt x="2634996" y="262128"/>
                  </a:lnTo>
                  <a:close/>
                </a:path>
                <a:path w="5547359" h="745489">
                  <a:moveTo>
                    <a:pt x="2767584" y="342900"/>
                  </a:moveTo>
                  <a:lnTo>
                    <a:pt x="2761488" y="333756"/>
                  </a:lnTo>
                  <a:lnTo>
                    <a:pt x="2763011" y="333756"/>
                  </a:lnTo>
                  <a:lnTo>
                    <a:pt x="2755392" y="326136"/>
                  </a:lnTo>
                  <a:lnTo>
                    <a:pt x="2746248" y="318515"/>
                  </a:lnTo>
                  <a:lnTo>
                    <a:pt x="2747772" y="318515"/>
                  </a:lnTo>
                  <a:lnTo>
                    <a:pt x="2737103" y="309372"/>
                  </a:lnTo>
                  <a:lnTo>
                    <a:pt x="2709672" y="294131"/>
                  </a:lnTo>
                  <a:lnTo>
                    <a:pt x="2694432" y="284988"/>
                  </a:lnTo>
                  <a:lnTo>
                    <a:pt x="2676143" y="277368"/>
                  </a:lnTo>
                  <a:lnTo>
                    <a:pt x="2656332" y="269748"/>
                  </a:lnTo>
                  <a:lnTo>
                    <a:pt x="2634996" y="260604"/>
                  </a:lnTo>
                  <a:lnTo>
                    <a:pt x="2650845" y="260604"/>
                  </a:lnTo>
                  <a:lnTo>
                    <a:pt x="2659380" y="263652"/>
                  </a:lnTo>
                  <a:lnTo>
                    <a:pt x="2677668" y="272795"/>
                  </a:lnTo>
                  <a:lnTo>
                    <a:pt x="2695956" y="280416"/>
                  </a:lnTo>
                  <a:lnTo>
                    <a:pt x="2712719" y="288036"/>
                  </a:lnTo>
                  <a:lnTo>
                    <a:pt x="2726435" y="297180"/>
                  </a:lnTo>
                  <a:lnTo>
                    <a:pt x="2740152" y="304800"/>
                  </a:lnTo>
                  <a:lnTo>
                    <a:pt x="2750819" y="313943"/>
                  </a:lnTo>
                  <a:lnTo>
                    <a:pt x="2759964" y="321563"/>
                  </a:lnTo>
                  <a:lnTo>
                    <a:pt x="2767584" y="330708"/>
                  </a:lnTo>
                  <a:lnTo>
                    <a:pt x="2772156" y="339852"/>
                  </a:lnTo>
                  <a:lnTo>
                    <a:pt x="2772664" y="341376"/>
                  </a:lnTo>
                  <a:lnTo>
                    <a:pt x="2767584" y="341376"/>
                  </a:lnTo>
                  <a:lnTo>
                    <a:pt x="2767584" y="342900"/>
                  </a:lnTo>
                  <a:close/>
                </a:path>
                <a:path w="5547359" h="745489">
                  <a:moveTo>
                    <a:pt x="2769108" y="350520"/>
                  </a:moveTo>
                  <a:lnTo>
                    <a:pt x="2767584" y="341376"/>
                  </a:lnTo>
                  <a:lnTo>
                    <a:pt x="2772664" y="341376"/>
                  </a:lnTo>
                  <a:lnTo>
                    <a:pt x="2775203" y="348996"/>
                  </a:lnTo>
                  <a:lnTo>
                    <a:pt x="2769108" y="348996"/>
                  </a:lnTo>
                  <a:lnTo>
                    <a:pt x="2769108" y="350520"/>
                  </a:lnTo>
                  <a:close/>
                </a:path>
                <a:path w="5547359" h="745489">
                  <a:moveTo>
                    <a:pt x="5480304" y="714675"/>
                  </a:moveTo>
                  <a:lnTo>
                    <a:pt x="5288280" y="713231"/>
                  </a:lnTo>
                  <a:lnTo>
                    <a:pt x="5029200" y="707136"/>
                  </a:lnTo>
                  <a:lnTo>
                    <a:pt x="4776216" y="697992"/>
                  </a:lnTo>
                  <a:lnTo>
                    <a:pt x="4651248" y="691896"/>
                  </a:lnTo>
                  <a:lnTo>
                    <a:pt x="4288536" y="669036"/>
                  </a:lnTo>
                  <a:lnTo>
                    <a:pt x="4172712" y="659892"/>
                  </a:lnTo>
                  <a:lnTo>
                    <a:pt x="3843528" y="627887"/>
                  </a:lnTo>
                  <a:lnTo>
                    <a:pt x="3544824" y="591312"/>
                  </a:lnTo>
                  <a:lnTo>
                    <a:pt x="3366516" y="563880"/>
                  </a:lnTo>
                  <a:lnTo>
                    <a:pt x="3208019" y="536448"/>
                  </a:lnTo>
                  <a:lnTo>
                    <a:pt x="3136392" y="521208"/>
                  </a:lnTo>
                  <a:lnTo>
                    <a:pt x="3070860" y="505968"/>
                  </a:lnTo>
                  <a:lnTo>
                    <a:pt x="3011424" y="490728"/>
                  </a:lnTo>
                  <a:lnTo>
                    <a:pt x="2956560" y="473963"/>
                  </a:lnTo>
                  <a:lnTo>
                    <a:pt x="2932176" y="466344"/>
                  </a:lnTo>
                  <a:lnTo>
                    <a:pt x="2887980" y="451104"/>
                  </a:lnTo>
                  <a:lnTo>
                    <a:pt x="2834640" y="426720"/>
                  </a:lnTo>
                  <a:lnTo>
                    <a:pt x="2796540" y="400812"/>
                  </a:lnTo>
                  <a:lnTo>
                    <a:pt x="2787396" y="393192"/>
                  </a:lnTo>
                  <a:lnTo>
                    <a:pt x="2770632" y="358139"/>
                  </a:lnTo>
                  <a:lnTo>
                    <a:pt x="2769108" y="348996"/>
                  </a:lnTo>
                  <a:lnTo>
                    <a:pt x="2775203" y="348996"/>
                  </a:lnTo>
                  <a:lnTo>
                    <a:pt x="2776727" y="356616"/>
                  </a:lnTo>
                  <a:lnTo>
                    <a:pt x="2776727" y="365760"/>
                  </a:lnTo>
                  <a:lnTo>
                    <a:pt x="2777235" y="365760"/>
                  </a:lnTo>
                  <a:lnTo>
                    <a:pt x="2810256" y="405384"/>
                  </a:lnTo>
                  <a:lnTo>
                    <a:pt x="2837688" y="420624"/>
                  </a:lnTo>
                  <a:lnTo>
                    <a:pt x="2852927" y="429768"/>
                  </a:lnTo>
                  <a:lnTo>
                    <a:pt x="2871216" y="437387"/>
                  </a:lnTo>
                  <a:lnTo>
                    <a:pt x="2891027" y="445008"/>
                  </a:lnTo>
                  <a:lnTo>
                    <a:pt x="2912364" y="454152"/>
                  </a:lnTo>
                  <a:lnTo>
                    <a:pt x="2935224" y="461772"/>
                  </a:lnTo>
                  <a:lnTo>
                    <a:pt x="2933700" y="461772"/>
                  </a:lnTo>
                  <a:lnTo>
                    <a:pt x="2985516" y="477012"/>
                  </a:lnTo>
                  <a:lnTo>
                    <a:pt x="3072384" y="499872"/>
                  </a:lnTo>
                  <a:lnTo>
                    <a:pt x="3137916" y="515112"/>
                  </a:lnTo>
                  <a:lnTo>
                    <a:pt x="3209544" y="530352"/>
                  </a:lnTo>
                  <a:lnTo>
                    <a:pt x="3285744" y="545592"/>
                  </a:lnTo>
                  <a:lnTo>
                    <a:pt x="3454908" y="573024"/>
                  </a:lnTo>
                  <a:lnTo>
                    <a:pt x="3453384" y="573024"/>
                  </a:lnTo>
                  <a:lnTo>
                    <a:pt x="3640836" y="598932"/>
                  </a:lnTo>
                  <a:lnTo>
                    <a:pt x="3739896" y="611124"/>
                  </a:lnTo>
                  <a:lnTo>
                    <a:pt x="3843528" y="621792"/>
                  </a:lnTo>
                  <a:lnTo>
                    <a:pt x="3950208" y="633983"/>
                  </a:lnTo>
                  <a:lnTo>
                    <a:pt x="4059936" y="644652"/>
                  </a:lnTo>
                  <a:lnTo>
                    <a:pt x="4407408" y="672084"/>
                  </a:lnTo>
                  <a:lnTo>
                    <a:pt x="4529328" y="679704"/>
                  </a:lnTo>
                  <a:lnTo>
                    <a:pt x="4776216" y="691896"/>
                  </a:lnTo>
                  <a:lnTo>
                    <a:pt x="5029200" y="701040"/>
                  </a:lnTo>
                  <a:lnTo>
                    <a:pt x="5288280" y="707136"/>
                  </a:lnTo>
                  <a:lnTo>
                    <a:pt x="5480304" y="708579"/>
                  </a:lnTo>
                  <a:lnTo>
                    <a:pt x="5480304" y="714675"/>
                  </a:lnTo>
                  <a:close/>
                </a:path>
                <a:path w="5547359" h="745489">
                  <a:moveTo>
                    <a:pt x="2777235" y="365760"/>
                  </a:moveTo>
                  <a:lnTo>
                    <a:pt x="2776727" y="365760"/>
                  </a:lnTo>
                  <a:lnTo>
                    <a:pt x="2776727" y="364236"/>
                  </a:lnTo>
                  <a:lnTo>
                    <a:pt x="2777235" y="365760"/>
                  </a:lnTo>
                  <a:close/>
                </a:path>
                <a:path w="5547359" h="745489">
                  <a:moveTo>
                    <a:pt x="5480304" y="745236"/>
                  </a:moveTo>
                  <a:lnTo>
                    <a:pt x="5480304" y="678179"/>
                  </a:lnTo>
                  <a:lnTo>
                    <a:pt x="5541103" y="708579"/>
                  </a:lnTo>
                  <a:lnTo>
                    <a:pt x="5490971" y="708579"/>
                  </a:lnTo>
                  <a:lnTo>
                    <a:pt x="5490971" y="714675"/>
                  </a:lnTo>
                  <a:lnTo>
                    <a:pt x="5541424" y="714675"/>
                  </a:lnTo>
                  <a:lnTo>
                    <a:pt x="5480304" y="745236"/>
                  </a:lnTo>
                  <a:close/>
                </a:path>
                <a:path w="5547359" h="745489">
                  <a:moveTo>
                    <a:pt x="5541424" y="714675"/>
                  </a:moveTo>
                  <a:lnTo>
                    <a:pt x="5490971" y="714675"/>
                  </a:lnTo>
                  <a:lnTo>
                    <a:pt x="5490971" y="708579"/>
                  </a:lnTo>
                  <a:lnTo>
                    <a:pt x="5541103" y="708579"/>
                  </a:lnTo>
                  <a:lnTo>
                    <a:pt x="5547360" y="711708"/>
                  </a:lnTo>
                  <a:lnTo>
                    <a:pt x="5541424" y="714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rcRect t="5486" b="8229"/>
            <a:stretch>
              <a:fillRect/>
            </a:stretch>
          </p:blipFill>
          <p:spPr>
            <a:xfrm>
              <a:off x="4840223" y="3998976"/>
              <a:ext cx="2221991" cy="27873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rcRect l="12000" r="8915"/>
            <a:stretch>
              <a:fillRect/>
            </a:stretch>
          </p:blipFill>
          <p:spPr>
            <a:xfrm>
              <a:off x="6080760" y="3988308"/>
              <a:ext cx="3319271" cy="27980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rcRect l="22000" r="17595"/>
            <a:stretch>
              <a:fillRect/>
            </a:stretch>
          </p:blipFill>
          <p:spPr>
            <a:xfrm>
              <a:off x="7066787" y="3991356"/>
              <a:ext cx="1161288" cy="2795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rcRect l="17130" r="25695"/>
            <a:stretch>
              <a:fillRect/>
            </a:stretch>
          </p:blipFill>
          <p:spPr>
            <a:xfrm>
              <a:off x="9400032" y="3980688"/>
              <a:ext cx="1103375" cy="280568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40224" y="3998975"/>
              <a:ext cx="5663565" cy="2787650"/>
            </a:xfrm>
            <a:custGeom>
              <a:avLst/>
              <a:gdLst/>
              <a:ahLst/>
              <a:cxnLst/>
              <a:rect l="l" t="t" r="r" b="b"/>
              <a:pathLst>
                <a:path w="5663565" h="2787650">
                  <a:moveTo>
                    <a:pt x="0" y="2787395"/>
                  </a:moveTo>
                  <a:lnTo>
                    <a:pt x="0" y="0"/>
                  </a:lnTo>
                  <a:lnTo>
                    <a:pt x="5663183" y="0"/>
                  </a:lnTo>
                  <a:lnTo>
                    <a:pt x="5663183" y="2787395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384" cy="6013703"/>
            <a:chOff x="0" y="772668"/>
            <a:chExt cx="10692384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rcRect t="21030" b="21030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708" y="3212591"/>
              <a:ext cx="5917691" cy="357377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16502" y="924638"/>
            <a:ext cx="505650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DISTÂNCIA</a:t>
            </a:r>
            <a:r>
              <a:rPr sz="280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sz="28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"/>
                <a:cs typeface="Arial"/>
              </a:rPr>
              <a:t>SEGUIMENTO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712" y="1739859"/>
            <a:ext cx="10295890" cy="156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Regra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02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segundos</a:t>
            </a:r>
            <a:r>
              <a:rPr sz="2100" spc="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ajuda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você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manter 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distância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segura do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veículo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frente: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O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tempo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reação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frenagem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numa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pessoas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normal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é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450" b="1" dirty="0">
                <a:latin typeface="Arial"/>
                <a:cs typeface="Arial"/>
              </a:rPr>
              <a:t>3/4</a:t>
            </a:r>
            <a:r>
              <a:rPr sz="2450" b="1" spc="-114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segundo,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ou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450" b="1" spc="-20" dirty="0">
                <a:latin typeface="Arial"/>
                <a:cs typeface="Arial"/>
              </a:rPr>
              <a:t>0,75</a:t>
            </a:r>
            <a:endParaRPr sz="2450">
              <a:latin typeface="Arial"/>
              <a:cs typeface="Arial"/>
            </a:endParaRPr>
          </a:p>
          <a:p>
            <a:pPr marL="398168" algn="ctr">
              <a:lnSpc>
                <a:spcPts val="2506"/>
              </a:lnSpc>
              <a:spcBef>
                <a:spcPts val="10"/>
              </a:spcBef>
            </a:pPr>
            <a:r>
              <a:rPr sz="2100" spc="-10" dirty="0">
                <a:latin typeface="Arial MT"/>
                <a:cs typeface="Arial MT"/>
              </a:rPr>
              <a:t>segundos.</a:t>
            </a:r>
            <a:endParaRPr sz="2100">
              <a:latin typeface="Arial MT"/>
              <a:cs typeface="Arial MT"/>
            </a:endParaRPr>
          </a:p>
          <a:p>
            <a:pPr marL="1905" algn="ctr">
              <a:lnSpc>
                <a:spcPts val="4185"/>
              </a:lnSpc>
            </a:pP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Um</a:t>
            </a:r>
            <a:r>
              <a:rPr sz="3501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veículo</a:t>
            </a:r>
            <a:r>
              <a:rPr sz="3501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3501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b="1" dirty="0">
                <a:solidFill>
                  <a:srgbClr val="FF0000"/>
                </a:solidFill>
                <a:latin typeface="Arial"/>
                <a:cs typeface="Arial"/>
              </a:rPr>
              <a:t>80km/h</a:t>
            </a:r>
            <a:r>
              <a:rPr sz="3501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percorre</a:t>
            </a:r>
            <a:r>
              <a:rPr sz="3501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b="1" dirty="0">
                <a:solidFill>
                  <a:srgbClr val="FF0000"/>
                </a:solidFill>
                <a:latin typeface="Arial"/>
                <a:cs typeface="Arial"/>
              </a:rPr>
              <a:t>22m</a:t>
            </a:r>
            <a:r>
              <a:rPr sz="3501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em</a:t>
            </a:r>
            <a:r>
              <a:rPr sz="3501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dirty="0">
                <a:solidFill>
                  <a:srgbClr val="FF0000"/>
                </a:solidFill>
                <a:latin typeface="Arial MT"/>
                <a:cs typeface="Arial MT"/>
              </a:rPr>
              <a:t>01</a:t>
            </a:r>
            <a:r>
              <a:rPr sz="3501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1" spc="-10" dirty="0">
                <a:solidFill>
                  <a:srgbClr val="FF0000"/>
                </a:solidFill>
                <a:latin typeface="Arial MT"/>
                <a:cs typeface="Arial MT"/>
              </a:rPr>
              <a:t>segundo</a:t>
            </a:r>
            <a:endParaRPr sz="350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0836" y="4369309"/>
            <a:ext cx="2905125" cy="681597"/>
          </a:xfrm>
          <a:prstGeom prst="rect">
            <a:avLst/>
          </a:prstGeom>
          <a:solidFill>
            <a:srgbClr val="ED7C31"/>
          </a:solidFill>
        </p:spPr>
        <p:txBody>
          <a:bodyPr vert="horz" wrap="square" lIns="0" tIns="34925" rIns="0" bIns="0" rtlCol="0">
            <a:spAutoFit/>
          </a:bodyPr>
          <a:lstStyle/>
          <a:p>
            <a:pPr marL="880793" marR="233692" indent="-638846">
              <a:spcBef>
                <a:spcPts val="275"/>
              </a:spcBef>
            </a:pPr>
            <a:r>
              <a:rPr sz="2100" dirty="0">
                <a:latin typeface="Arial MT"/>
                <a:cs typeface="Arial MT"/>
              </a:rPr>
              <a:t>Aumente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distância </a:t>
            </a:r>
            <a:r>
              <a:rPr sz="2100" dirty="0">
                <a:latin typeface="Arial MT"/>
                <a:cs typeface="Arial MT"/>
              </a:rPr>
              <a:t>na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b="1" spc="-20" dirty="0">
                <a:latin typeface="Arial"/>
                <a:cs typeface="Arial"/>
              </a:rPr>
              <a:t>chuva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2668"/>
            <a:ext cx="10692384" cy="6013703"/>
            <a:chOff x="0" y="772668"/>
            <a:chExt cx="10692384" cy="60137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rcRect t="21030" b="21030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rcRect t="7000" b="11232"/>
            <a:stretch>
              <a:fillRect/>
            </a:stretch>
          </p:blipFill>
          <p:spPr>
            <a:xfrm>
              <a:off x="0" y="772668"/>
              <a:ext cx="10692384" cy="601370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693641" y="953543"/>
            <a:ext cx="347281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5"/>
              </a:spcBef>
            </a:pPr>
            <a:r>
              <a:rPr sz="2800" spc="-10" dirty="0">
                <a:latin typeface="Arial"/>
                <a:cs typeface="Arial"/>
              </a:rPr>
              <a:t>ULTRAPASSAGENS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38" y="1659089"/>
            <a:ext cx="9600565" cy="263931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64474" marR="123196" indent="-152409">
              <a:lnSpc>
                <a:spcPct val="100800"/>
              </a:lnSpc>
              <a:spcBef>
                <a:spcPts val="75"/>
              </a:spcBef>
              <a:buSzPct val="79365"/>
              <a:buFont typeface="Arial MT"/>
              <a:buChar char="•"/>
              <a:tabLst>
                <a:tab pos="164474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315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ultrapasse</a:t>
            </a:r>
            <a:r>
              <a:rPr sz="315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1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faixas</a:t>
            </a:r>
            <a:r>
              <a:rPr sz="21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contínuas,</a:t>
            </a:r>
            <a:r>
              <a:rPr sz="2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descidas,</a:t>
            </a:r>
            <a:r>
              <a:rPr sz="21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lombadas,</a:t>
            </a:r>
            <a:r>
              <a:rPr sz="2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curvas,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pontes,</a:t>
            </a:r>
            <a:r>
              <a:rPr sz="21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acostamento</a:t>
            </a:r>
            <a:r>
              <a:rPr sz="21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1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túneis;</a:t>
            </a:r>
            <a:endParaRPr sz="2100">
              <a:latin typeface="Arial"/>
              <a:cs typeface="Arial"/>
            </a:endParaRPr>
          </a:p>
          <a:p>
            <a:pPr marL="164474" marR="5080" indent="-152409">
              <a:lnSpc>
                <a:spcPct val="100800"/>
              </a:lnSpc>
              <a:spcBef>
                <a:spcPts val="1964"/>
              </a:spcBef>
              <a:buSzPct val="79365"/>
              <a:buFont typeface="Arial MT"/>
              <a:buChar char="•"/>
              <a:tabLst>
                <a:tab pos="164474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não</a:t>
            </a:r>
            <a:r>
              <a:rPr sz="31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dificulte</a:t>
            </a:r>
            <a:r>
              <a:rPr sz="31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31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ultrapassagem</a:t>
            </a: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1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mantendo</a:t>
            </a:r>
            <a:r>
              <a:rPr sz="21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velocidade</a:t>
            </a:r>
            <a:r>
              <a:rPr sz="21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seu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veículo</a:t>
            </a:r>
            <a:r>
              <a:rPr sz="21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21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até mesmo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reduzindo-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1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ligeiramente;</a:t>
            </a:r>
            <a:endParaRPr sz="2100">
              <a:latin typeface="Arial MT"/>
              <a:cs typeface="Arial MT"/>
            </a:endParaRPr>
          </a:p>
          <a:p>
            <a:pPr marL="165109" indent="-152409">
              <a:spcBef>
                <a:spcPts val="2000"/>
              </a:spcBef>
              <a:buSzPct val="79365"/>
              <a:buFont typeface="Arial MT"/>
              <a:buChar char="•"/>
              <a:tabLst>
                <a:tab pos="165109" algn="l"/>
              </a:tabLst>
            </a:pP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sinalize</a:t>
            </a:r>
            <a:r>
              <a:rPr sz="31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sua</a:t>
            </a:r>
            <a:r>
              <a:rPr sz="31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mudança</a:t>
            </a:r>
            <a:r>
              <a:rPr sz="315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1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dirty="0">
                <a:solidFill>
                  <a:srgbClr val="FF0000"/>
                </a:solidFill>
                <a:latin typeface="Arial"/>
                <a:cs typeface="Arial"/>
              </a:rPr>
              <a:t>direção</a:t>
            </a:r>
            <a:r>
              <a:rPr sz="315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(seta,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farol,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braços).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80256" y="1645311"/>
            <a:ext cx="5190203" cy="2738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38" marR="105416" indent="-300372" algn="just">
              <a:lnSpc>
                <a:spcPct val="100400"/>
              </a:lnSpc>
              <a:spcBef>
                <a:spcPts val="95"/>
              </a:spcBef>
              <a:buChar char="-"/>
              <a:tabLst>
                <a:tab pos="312438" algn="l"/>
                <a:tab pos="314343" algn="l"/>
              </a:tabLst>
            </a:pPr>
            <a:r>
              <a:rPr sz="2100" dirty="0">
                <a:latin typeface="Arial MT"/>
                <a:cs typeface="Arial MT"/>
              </a:rPr>
              <a:t>	Ajuste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adequadamente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posição</a:t>
            </a:r>
            <a:r>
              <a:rPr sz="28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"/>
                <a:cs typeface="Arial"/>
              </a:rPr>
              <a:t>do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espelhos</a:t>
            </a:r>
            <a:r>
              <a:rPr sz="28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"/>
                <a:cs typeface="Arial"/>
              </a:rPr>
              <a:t>retrovisores</a:t>
            </a:r>
            <a:r>
              <a:rPr sz="2800" b="1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acordo </a:t>
            </a:r>
            <a:r>
              <a:rPr sz="2100" dirty="0">
                <a:latin typeface="Arial MT"/>
                <a:cs typeface="Arial MT"/>
              </a:rPr>
              <a:t>sua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altura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posição na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moto.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Cuidado</a:t>
            </a:r>
            <a:r>
              <a:rPr sz="2100" spc="3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co </a:t>
            </a:r>
            <a:r>
              <a:rPr sz="2100" b="1" dirty="0">
                <a:latin typeface="Arial"/>
                <a:cs typeface="Arial"/>
              </a:rPr>
              <a:t>pontos</a:t>
            </a:r>
            <a:r>
              <a:rPr sz="2100" b="1" spc="-8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cegos</a:t>
            </a:r>
            <a:r>
              <a:rPr sz="2100" spc="-10" dirty="0">
                <a:latin typeface="Arial MT"/>
                <a:cs typeface="Arial MT"/>
              </a:rPr>
              <a:t>;</a:t>
            </a:r>
            <a:endParaRPr sz="2100" dirty="0">
              <a:latin typeface="Arial MT"/>
              <a:cs typeface="Arial MT"/>
            </a:endParaRPr>
          </a:p>
          <a:p>
            <a:pPr marL="312438" marR="5080" indent="-300372">
              <a:lnSpc>
                <a:spcPct val="100099"/>
              </a:lnSpc>
              <a:spcBef>
                <a:spcPts val="1050"/>
              </a:spcBef>
              <a:buFont typeface="Arial MT"/>
              <a:buChar char="-"/>
              <a:tabLst>
                <a:tab pos="312438" algn="l"/>
              </a:tabLst>
            </a:pPr>
            <a:r>
              <a:rPr sz="2100" b="1" dirty="0">
                <a:latin typeface="Arial"/>
                <a:cs typeface="Arial"/>
              </a:rPr>
              <a:t>Ultrapassagens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somente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devem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ser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efet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pela</a:t>
            </a:r>
            <a:r>
              <a:rPr sz="2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ESQUERDA</a:t>
            </a:r>
            <a:r>
              <a:rPr sz="2100" dirty="0">
                <a:latin typeface="Arial MT"/>
                <a:cs typeface="Arial MT"/>
              </a:rPr>
              <a:t>.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ultrapassar </a:t>
            </a:r>
            <a:r>
              <a:rPr sz="2100" b="1" spc="-25" dirty="0">
                <a:latin typeface="Arial"/>
                <a:cs typeface="Arial"/>
              </a:rPr>
              <a:t>pe </a:t>
            </a:r>
            <a:r>
              <a:rPr sz="2100" b="1" dirty="0">
                <a:latin typeface="Arial"/>
                <a:cs typeface="Arial"/>
              </a:rPr>
              <a:t>direita</a:t>
            </a:r>
            <a:r>
              <a:rPr sz="2100" dirty="0">
                <a:latin typeface="Arial MT"/>
                <a:cs typeface="Arial MT"/>
              </a:rPr>
              <a:t>,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pode?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49304" y="924563"/>
            <a:ext cx="1621155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1">
              <a:spcBef>
                <a:spcPts val="110"/>
              </a:spcBef>
            </a:pPr>
            <a:r>
              <a:rPr sz="2450" spc="-10" dirty="0">
                <a:solidFill>
                  <a:srgbClr val="000000"/>
                </a:solidFill>
                <a:latin typeface="Arial"/>
                <a:cs typeface="Arial"/>
              </a:rPr>
              <a:t>RETROVIS</a:t>
            </a:r>
            <a:endParaRPr sz="24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rcRect t="5000" b="7895"/>
          <a:stretch>
            <a:fillRect/>
          </a:stretch>
        </p:blipFill>
        <p:spPr>
          <a:xfrm>
            <a:off x="5917402" y="947534"/>
            <a:ext cx="4748784" cy="60137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8741" y="4676040"/>
            <a:ext cx="4909774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58" algn="ctr"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Resolução</a:t>
            </a:r>
            <a:r>
              <a:rPr sz="2100" b="1" spc="-6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966/2022:</a:t>
            </a:r>
            <a:endParaRPr sz="2100" dirty="0">
              <a:latin typeface="Arial"/>
              <a:cs typeface="Arial"/>
            </a:endParaRPr>
          </a:p>
          <a:p>
            <a:pPr marL="313707" indent="-301007">
              <a:buChar char="-"/>
              <a:tabLst>
                <a:tab pos="313707" algn="l"/>
              </a:tabLst>
            </a:pPr>
            <a:r>
              <a:rPr sz="2100" dirty="0">
                <a:latin typeface="Arial MT"/>
                <a:cs typeface="Arial MT"/>
              </a:rPr>
              <a:t>Espelhos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circulares: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diâmetro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mínimo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94mm</a:t>
            </a:r>
            <a:endParaRPr sz="2100" dirty="0">
              <a:latin typeface="Arial MT"/>
              <a:cs typeface="Arial MT"/>
            </a:endParaRPr>
          </a:p>
          <a:p>
            <a:pPr marL="313707" indent="-301007">
              <a:spcBef>
                <a:spcPts val="10"/>
              </a:spcBef>
              <a:buChar char="-"/>
              <a:tabLst>
                <a:tab pos="313707" algn="l"/>
              </a:tabLst>
            </a:pPr>
            <a:r>
              <a:rPr sz="2100" dirty="0">
                <a:latin typeface="Arial MT"/>
                <a:cs typeface="Arial MT"/>
              </a:rPr>
              <a:t>Espelhos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não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circulares: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círculo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78mm</a:t>
            </a:r>
            <a:endParaRPr sz="2100" dirty="0">
              <a:latin typeface="Arial MT"/>
              <a:cs typeface="Arial MT"/>
            </a:endParaRPr>
          </a:p>
          <a:p>
            <a:pPr marL="313707" indent="-301007">
              <a:buChar char="-"/>
              <a:tabLst>
                <a:tab pos="313707" algn="l"/>
              </a:tabLst>
            </a:pPr>
            <a:r>
              <a:rPr sz="2100" dirty="0">
                <a:latin typeface="Arial MT"/>
                <a:cs typeface="Arial MT"/>
              </a:rPr>
              <a:t>Fixos,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ajustáveis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boa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visibilidade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5006" y="3514091"/>
            <a:ext cx="1933575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1">
              <a:spcBef>
                <a:spcPts val="130"/>
              </a:spcBef>
              <a:tabLst>
                <a:tab pos="673773" algn="l"/>
                <a:tab pos="1920347" algn="l"/>
              </a:tabLst>
            </a:pPr>
            <a:r>
              <a:rPr sz="15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5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94mm</a:t>
            </a:r>
            <a:r>
              <a:rPr sz="15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8590" y="772668"/>
            <a:ext cx="6195203" cy="601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84703" y="924563"/>
            <a:ext cx="2832100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1">
              <a:spcBef>
                <a:spcPts val="110"/>
              </a:spcBef>
            </a:pPr>
            <a:r>
              <a:rPr sz="2450" dirty="0">
                <a:solidFill>
                  <a:srgbClr val="000000"/>
                </a:solidFill>
                <a:latin typeface="Arial"/>
                <a:cs typeface="Arial"/>
              </a:rPr>
              <a:t>USO</a:t>
            </a:r>
            <a:r>
              <a:rPr sz="245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sz="245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00000"/>
                </a:solidFill>
                <a:latin typeface="Arial"/>
                <a:cs typeface="Arial"/>
              </a:rPr>
              <a:t>CELULAR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5499100" y="1703289"/>
            <a:ext cx="4953001" cy="3883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9912" marR="229883" indent="-152409">
              <a:spcBef>
                <a:spcPts val="110"/>
              </a:spcBef>
              <a:buSzPct val="80000"/>
              <a:buChar char="•"/>
              <a:tabLst>
                <a:tab pos="532160" algn="l"/>
              </a:tabLst>
            </a:pP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Art.</a:t>
            </a:r>
            <a:r>
              <a:rPr sz="20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252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CTB: </a:t>
            </a:r>
            <a:r>
              <a:rPr dirty="0"/>
              <a:t>segurar</a:t>
            </a:r>
            <a:r>
              <a:rPr spc="-25" dirty="0"/>
              <a:t> </a:t>
            </a:r>
            <a:r>
              <a:rPr dirty="0"/>
              <a:t>ou</a:t>
            </a:r>
            <a:r>
              <a:rPr spc="-5" dirty="0"/>
              <a:t> </a:t>
            </a:r>
            <a:r>
              <a:rPr dirty="0"/>
              <a:t>manusear</a:t>
            </a:r>
            <a:r>
              <a:rPr spc="5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spc="-10" dirty="0"/>
              <a:t>telefone 	</a:t>
            </a:r>
            <a:r>
              <a:rPr dirty="0"/>
              <a:t>enquanto</a:t>
            </a:r>
            <a:r>
              <a:rPr spc="10" dirty="0"/>
              <a:t> </a:t>
            </a:r>
            <a:r>
              <a:rPr dirty="0"/>
              <a:t>dirige</a:t>
            </a:r>
            <a:r>
              <a:rPr spc="-25" dirty="0"/>
              <a:t> </a:t>
            </a:r>
            <a:r>
              <a:rPr b="0" dirty="0">
                <a:latin typeface="Arial MT"/>
                <a:cs typeface="Arial MT"/>
              </a:rPr>
              <a:t>está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dirty="0" err="1"/>
              <a:t>cometendo</a:t>
            </a:r>
            <a:r>
              <a:rPr spc="-10" dirty="0"/>
              <a:t> </a:t>
            </a:r>
            <a:r>
              <a:rPr spc="-10" dirty="0" err="1"/>
              <a:t>infração</a:t>
            </a:r>
            <a:r>
              <a:rPr lang="pt-BR" sz="2000" dirty="0">
                <a:latin typeface="Arial MT"/>
              </a:rPr>
              <a:t> </a:t>
            </a:r>
            <a:r>
              <a:rPr lang="pt-BR" spc="-10" dirty="0"/>
              <a:t>g</a:t>
            </a:r>
            <a:r>
              <a:rPr spc="-10" dirty="0" err="1"/>
              <a:t>ravíssima</a:t>
            </a:r>
            <a:r>
              <a:rPr b="0" spc="-10" dirty="0">
                <a:latin typeface="Arial MT"/>
                <a:cs typeface="Arial MT"/>
              </a:rPr>
              <a:t>.</a:t>
            </a:r>
          </a:p>
          <a:p>
            <a:pPr marL="164474" marR="5080" indent="-152409">
              <a:lnSpc>
                <a:spcPct val="101000"/>
              </a:lnSpc>
              <a:spcBef>
                <a:spcPts val="484"/>
              </a:spcBef>
              <a:buSzPct val="80000"/>
              <a:buChar char="•"/>
              <a:tabLst>
                <a:tab pos="1039553" algn="l"/>
              </a:tabLst>
            </a:pP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No</a:t>
            </a:r>
            <a:r>
              <a:rPr sz="20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Brasil,</a:t>
            </a:r>
            <a:r>
              <a:rPr sz="20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usar o</a:t>
            </a:r>
            <a:r>
              <a:rPr sz="2000"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telefone</a:t>
            </a:r>
            <a:r>
              <a:rPr sz="20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celular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ao</a:t>
            </a:r>
            <a:r>
              <a:rPr sz="20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dirigir</a:t>
            </a:r>
            <a:r>
              <a:rPr sz="20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implica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00"/>
                </a:solidFill>
              </a:rPr>
              <a:t>em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multa 	</a:t>
            </a:r>
            <a:r>
              <a:rPr sz="2000" dirty="0">
                <a:solidFill>
                  <a:srgbClr val="000000"/>
                </a:solidFill>
              </a:rPr>
              <a:t>de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R$293,47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e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20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soma</a:t>
            </a:r>
            <a:r>
              <a:rPr sz="2000" b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de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7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pontos</a:t>
            </a:r>
            <a:r>
              <a:rPr sz="20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000000"/>
                </a:solidFill>
                <a:latin typeface="Arial MT"/>
                <a:cs typeface="Arial MT"/>
              </a:rPr>
              <a:t>na</a:t>
            </a:r>
            <a:r>
              <a:rPr sz="2000" b="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Arial MT"/>
                <a:cs typeface="Arial MT"/>
              </a:rPr>
              <a:t>CNH.</a:t>
            </a:r>
            <a:endParaRPr sz="2000" dirty="0">
              <a:latin typeface="Arial MT"/>
              <a:cs typeface="Arial MT"/>
            </a:endParaRPr>
          </a:p>
          <a:p>
            <a:pPr marL="363876" marR="205752" lvl="1" indent="-152409">
              <a:lnSpc>
                <a:spcPct val="100499"/>
              </a:lnSpc>
              <a:spcBef>
                <a:spcPts val="495"/>
              </a:spcBef>
              <a:buSzPct val="80000"/>
              <a:buFont typeface="Arial MT"/>
              <a:buChar char="•"/>
              <a:tabLst>
                <a:tab pos="2153406" algn="l"/>
              </a:tabLst>
            </a:pPr>
            <a:r>
              <a:rPr sz="2000" b="1" dirty="0">
                <a:latin typeface="Arial"/>
                <a:cs typeface="Arial"/>
              </a:rPr>
              <a:t>Aumenta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em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até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400%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chance 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ocorrer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sinistros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	</a:t>
            </a:r>
            <a:r>
              <a:rPr sz="2000" dirty="0">
                <a:latin typeface="Arial MT"/>
                <a:cs typeface="Arial MT"/>
              </a:rPr>
              <a:t>trânsito,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segundo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OMS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t="4000" b="5270"/>
          <a:stretch>
            <a:fillRect/>
          </a:stretch>
        </p:blipFill>
        <p:spPr>
          <a:xfrm>
            <a:off x="0" y="1879092"/>
            <a:ext cx="5408676" cy="49072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49997" y="1166839"/>
            <a:ext cx="3723004" cy="14664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 marR="5080" algn="ctr">
              <a:lnSpc>
                <a:spcPct val="100200"/>
              </a:lnSpc>
              <a:spcBef>
                <a:spcPts val="95"/>
              </a:spcBef>
            </a:pPr>
            <a:r>
              <a:rPr sz="3150" spc="-105" dirty="0">
                <a:solidFill>
                  <a:srgbClr val="000000"/>
                </a:solidFill>
                <a:latin typeface="Calibri"/>
                <a:cs typeface="Calibri"/>
              </a:rPr>
              <a:t>Famílias</a:t>
            </a:r>
            <a:r>
              <a:rPr sz="315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50" spc="-80" dirty="0">
                <a:solidFill>
                  <a:srgbClr val="000000"/>
                </a:solidFill>
                <a:latin typeface="Calibri"/>
                <a:cs typeface="Calibri"/>
              </a:rPr>
              <a:t>perdendo</a:t>
            </a:r>
            <a:r>
              <a:rPr sz="315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50" b="0" spc="-20" dirty="0">
                <a:solidFill>
                  <a:srgbClr val="000000"/>
                </a:solidFill>
                <a:latin typeface="Calibri"/>
                <a:cs typeface="Calibri"/>
              </a:rPr>
              <a:t>seus </a:t>
            </a:r>
            <a:r>
              <a:rPr sz="3150" b="0" dirty="0">
                <a:solidFill>
                  <a:srgbClr val="000000"/>
                </a:solidFill>
                <a:latin typeface="Calibri"/>
                <a:cs typeface="Calibri"/>
              </a:rPr>
              <a:t>entes</a:t>
            </a:r>
            <a:r>
              <a:rPr sz="3150" b="0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50" b="0" spc="-10" dirty="0">
                <a:solidFill>
                  <a:srgbClr val="000000"/>
                </a:solidFill>
                <a:latin typeface="Calibri"/>
                <a:cs typeface="Calibri"/>
              </a:rPr>
              <a:t>queridos</a:t>
            </a:r>
            <a:r>
              <a:rPr sz="3150" b="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50" spc="-25" dirty="0">
                <a:solidFill>
                  <a:srgbClr val="FF0000"/>
                </a:solidFill>
                <a:latin typeface="Calibri"/>
                <a:cs typeface="Calibri"/>
              </a:rPr>
              <a:t>(ou </a:t>
            </a:r>
            <a:r>
              <a:rPr sz="3150" spc="-10" dirty="0">
                <a:solidFill>
                  <a:srgbClr val="FF0000"/>
                </a:solidFill>
                <a:latin typeface="Calibri"/>
                <a:cs typeface="Calibri"/>
              </a:rPr>
              <a:t>mantenedores)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716" y="1240034"/>
            <a:ext cx="4364355" cy="14664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1" marR="5080" indent="13336" algn="just">
              <a:lnSpc>
                <a:spcPct val="100200"/>
              </a:lnSpc>
              <a:spcBef>
                <a:spcPts val="95"/>
              </a:spcBef>
            </a:pPr>
            <a:r>
              <a:rPr sz="3150" b="1" spc="-85" dirty="0">
                <a:latin typeface="Calibri"/>
                <a:cs typeface="Calibri"/>
              </a:rPr>
              <a:t>Jovens</a:t>
            </a:r>
            <a:r>
              <a:rPr sz="3150" b="1" spc="-95" dirty="0">
                <a:latin typeface="Calibri"/>
                <a:cs typeface="Calibri"/>
              </a:rPr>
              <a:t> </a:t>
            </a:r>
            <a:r>
              <a:rPr sz="3150" b="1" spc="-10" dirty="0">
                <a:solidFill>
                  <a:srgbClr val="FF0000"/>
                </a:solidFill>
                <a:latin typeface="Calibri"/>
                <a:cs typeface="Calibri"/>
              </a:rPr>
              <a:t>(18</a:t>
            </a:r>
            <a:r>
              <a:rPr sz="3150" b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15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150" b="1" dirty="0">
                <a:solidFill>
                  <a:srgbClr val="FF0000"/>
                </a:solidFill>
                <a:latin typeface="Calibri"/>
                <a:cs typeface="Calibri"/>
              </a:rPr>
              <a:t>24</a:t>
            </a:r>
            <a:r>
              <a:rPr sz="315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150" b="1" spc="-70" dirty="0">
                <a:solidFill>
                  <a:srgbClr val="FF0000"/>
                </a:solidFill>
                <a:latin typeface="Calibri"/>
                <a:cs typeface="Calibri"/>
              </a:rPr>
              <a:t>anos)</a:t>
            </a:r>
            <a:r>
              <a:rPr sz="315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150" b="1" spc="-40" dirty="0">
                <a:latin typeface="Calibri"/>
                <a:cs typeface="Calibri"/>
              </a:rPr>
              <a:t>estão </a:t>
            </a:r>
            <a:r>
              <a:rPr sz="3150" b="1" spc="-80" dirty="0">
                <a:latin typeface="Calibri"/>
                <a:cs typeface="Calibri"/>
              </a:rPr>
              <a:t>perdendo</a:t>
            </a:r>
            <a:r>
              <a:rPr sz="3150" b="1" spc="-100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a</a:t>
            </a:r>
            <a:r>
              <a:rPr sz="3150" b="1" spc="-95" dirty="0">
                <a:latin typeface="Calibri"/>
                <a:cs typeface="Calibri"/>
              </a:rPr>
              <a:t> </a:t>
            </a:r>
            <a:r>
              <a:rPr sz="3150" b="1" spc="-85" dirty="0">
                <a:latin typeface="Calibri"/>
                <a:cs typeface="Calibri"/>
              </a:rPr>
              <a:t>vida</a:t>
            </a:r>
            <a:r>
              <a:rPr sz="3150" b="1" spc="-9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ou</a:t>
            </a:r>
            <a:r>
              <a:rPr sz="3150" spc="-10" dirty="0">
                <a:latin typeface="Calibri"/>
                <a:cs typeface="Calibri"/>
              </a:rPr>
              <a:t> ficando </a:t>
            </a:r>
            <a:r>
              <a:rPr sz="3150" dirty="0">
                <a:latin typeface="Calibri"/>
                <a:cs typeface="Calibri"/>
              </a:rPr>
              <a:t>com</a:t>
            </a:r>
            <a:r>
              <a:rPr sz="3150" spc="-114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sequelas</a:t>
            </a:r>
            <a:r>
              <a:rPr sz="3150" spc="-10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irreversíveis</a:t>
            </a:r>
            <a:endParaRPr sz="31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CAEDC6E0-A567-9F70-9E4F-A6029EA39E56}"/>
              </a:ext>
            </a:extLst>
          </p:cNvPr>
          <p:cNvPicPr/>
          <p:nvPr/>
        </p:nvPicPr>
        <p:blipFill>
          <a:blip r:embed="rId3" cstate="print"/>
          <a:srcRect l="1204" r="1204"/>
          <a:stretch>
            <a:fillRect/>
          </a:stretch>
        </p:blipFill>
        <p:spPr>
          <a:xfrm>
            <a:off x="9492" y="0"/>
            <a:ext cx="4270408" cy="7562849"/>
          </a:xfrm>
          <a:prstGeom prst="rect">
            <a:avLst/>
          </a:prstGeom>
        </p:spPr>
      </p:pic>
      <p:sp>
        <p:nvSpPr>
          <p:cNvPr id="9" name="object 9" descr="$PPTXTitle">
            <a:extLst>
              <a:ext uri="{FF2B5EF4-FFF2-40B4-BE49-F238E27FC236}">
                <a16:creationId xmlns:a16="http://schemas.microsoft.com/office/drawing/2014/main" id="{C84EE21D-94CD-7659-7AE5-C92C3E678F48}"/>
              </a:ext>
            </a:extLst>
          </p:cNvPr>
          <p:cNvSpPr txBox="1">
            <a:spLocks/>
          </p:cNvSpPr>
          <p:nvPr/>
        </p:nvSpPr>
        <p:spPr>
          <a:xfrm>
            <a:off x="4481103" y="-28575"/>
            <a:ext cx="6011093" cy="1090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5250" b="1" i="0">
                <a:solidFill>
                  <a:schemeClr val="bg1"/>
                </a:solidFill>
                <a:latin typeface="Candara"/>
                <a:ea typeface="+mj-ea"/>
                <a:cs typeface="Candara"/>
              </a:defRPr>
            </a:lvl1pPr>
          </a:lstStyle>
          <a:p>
            <a:pPr marL="12701" algn="ctr">
              <a:spcBef>
                <a:spcPts val="100"/>
              </a:spcBef>
            </a:pPr>
            <a:r>
              <a:rPr lang="pt-BR" sz="3501" spc="-340" dirty="0">
                <a:solidFill>
                  <a:srgbClr val="1F3864"/>
                </a:solidFill>
                <a:latin typeface="Verdana"/>
                <a:cs typeface="Verdana"/>
              </a:rPr>
              <a:t>Regras para utilização do estacionamento</a:t>
            </a:r>
            <a:endParaRPr lang="pt-BR" sz="3501" dirty="0">
              <a:latin typeface="Verdana"/>
              <a:cs typeface="Verdana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3E16634-B9B0-B7EA-AD48-7EF86C9CCEB2}"/>
              </a:ext>
            </a:extLst>
          </p:cNvPr>
          <p:cNvSpPr txBox="1"/>
          <p:nvPr/>
        </p:nvSpPr>
        <p:spPr>
          <a:xfrm>
            <a:off x="4481103" y="1190625"/>
            <a:ext cx="6212296" cy="64017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Os primeiros colaboradores a chegarem ao estacionamento deverão utilizar as vagas mais distantes, facilitando a circulação interna e evitando congestionamentos.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É fundamental respeitar a sinalização, priorizar pedestres e conduzir o veículo em velocidade compatível com o local.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Mantenha atenção redobrada durante a entrada e saída do estacionamento, pois são pontos críticos de risco.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O acesso ao estacionamento de motocicletas é restrito a veículos cadastrados, devidamente identificados com adesivo numerado fixado na bengala.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Os vigilantes realizarão rondas periódicas para identificar possíveis infrações dentro do estacionamento.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b="1" dirty="0"/>
              <a:t>O controle de acesso seguirá os seguintes horários: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Período da manhã: abertura às 05:00 e fechamento às 07:30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/>
              <a:t>Período da tarde: abertura às 15:00 e fechamento às 16:30.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/>
              <a:t>Após </a:t>
            </a:r>
            <a:r>
              <a:rPr lang="pt-BR" sz="1600" dirty="0"/>
              <a:t>assistir a este vídeo de instruções, será necessário responder ao formulário disponibilizado.</a:t>
            </a:r>
            <a:endParaRPr lang="pt-BR"/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600" b="1" dirty="0"/>
              <a:t>Após assistir ao treinamento, realize a avaliação utilizando QR </a:t>
            </a:r>
            <a:r>
              <a:rPr lang="pt-BR" sz="1600" b="1" dirty="0" err="1"/>
              <a:t>Code</a:t>
            </a:r>
            <a:r>
              <a:rPr lang="pt-BR" sz="1600" b="1" dirty="0"/>
              <a:t>. Para aprovação, é obrigatório atingir no mínimo 80% de acertos.</a:t>
            </a:r>
            <a:endParaRPr lang="pt-BR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2802</TotalTime>
  <Words>1061</Words>
  <Application>Microsoft Office PowerPoint</Application>
  <PresentationFormat>Personalizar</PresentationFormat>
  <Paragraphs>138</Paragraphs>
  <Slides>24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Office Theme</vt:lpstr>
      <vt:lpstr>Segurança no Trânsito</vt:lpstr>
      <vt:lpstr>População Frota</vt:lpstr>
      <vt:lpstr>Motos 78.343</vt:lpstr>
      <vt:lpstr>3ª cidade de SP em 2026 com maior taxa de mortes no trânsito por habitante nos últimos 12 meses</vt:lpstr>
      <vt:lpstr>Perfil das vítimas (2015/2026)</vt:lpstr>
      <vt:lpstr>trajeto</vt:lpstr>
      <vt:lpstr>É preciso ter em mente que o sinistro não acontece por acaso, obra do destino ou por azar. Na grande maioria, o fator humano está SEMPRE presente.</vt:lpstr>
      <vt:lpstr>Dirigindo de forma</vt:lpstr>
      <vt:lpstr>Apresentação do PowerPoint</vt:lpstr>
      <vt:lpstr>RELAÇÃO/TRANSMISSÃO</vt:lpstr>
      <vt:lpstr>FREIOS</vt:lpstr>
      <vt:lpstr>Apresentação do PowerPoint</vt:lpstr>
      <vt:lpstr>Nós temos um inimigo invisível: a pressa!</vt:lpstr>
      <vt:lpstr>UTILIZAÇÃO DO CAPACETE</vt:lpstr>
      <vt:lpstr>CHUVA</vt:lpstr>
      <vt:lpstr>NEBLINA OU CERRAÇÃO</vt:lpstr>
      <vt:lpstr>Apresentação do PowerPoint</vt:lpstr>
      <vt:lpstr>Apresentação do PowerPoint</vt:lpstr>
      <vt:lpstr>DISTÂNCIA DE SEGUIMENTO</vt:lpstr>
      <vt:lpstr>ULTRAPASSAGENS</vt:lpstr>
      <vt:lpstr>RETROVIS</vt:lpstr>
      <vt:lpstr>USO DO CELULAR</vt:lpstr>
      <vt:lpstr>Famílias perdendo seus entes queridos (ou mantenedores)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DIREÇÃO DEFENSIVA UNIMIL - SIPAT 2026</dc:title>
  <dc:creator>Felipe Mastrodi</dc:creator>
  <cp:lastModifiedBy>Felipe Mastrodi</cp:lastModifiedBy>
  <cp:revision>3</cp:revision>
  <dcterms:created xsi:type="dcterms:W3CDTF">2026-05-06T12:58:31Z</dcterms:created>
  <dcterms:modified xsi:type="dcterms:W3CDTF">2026-07-13T13:36:37Z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LastSaved">
    <vt:filetime>2026-05-06T00:00:00Z</vt:filetime>
  </property>
  <property fmtid="{D5CDD505-2E9C-101B-9397-08002B2CF9AE}" pid="5" name="Producer">
    <vt:lpwstr>Microsoft: Print To PDF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Company Use</vt:lpwstr>
  </property>
</Properties>
</file>